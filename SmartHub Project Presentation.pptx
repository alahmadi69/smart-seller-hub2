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0073"/>
    <a:srgbClr val="440071"/>
    <a:srgbClr val="440070"/>
    <a:srgbClr val="450078"/>
    <a:srgbClr val="46007B"/>
    <a:srgbClr val="44006E"/>
    <a:srgbClr val="46007C"/>
    <a:srgbClr val="4400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981" autoAdjust="0"/>
    <p:restoredTop sz="94660"/>
  </p:normalViewPr>
  <p:slideViewPr>
    <p:cSldViewPr>
      <p:cViewPr varScale="1">
        <p:scale>
          <a:sx n="36" d="100"/>
          <a:sy n="36" d="100"/>
        </p:scale>
        <p:origin x="72" y="7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9E6FC0-770B-4EA1-B91A-C1E257847064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49C32BB-D550-4DE3-8A99-7EFDF5D81DAF}">
      <dgm:prSet phldrT="[Text]" custT="1"/>
      <dgm:spPr/>
      <dgm:t>
        <a:bodyPr/>
        <a:lstStyle/>
        <a:p>
          <a:pPr>
            <a:buNone/>
          </a:pPr>
          <a:r>
            <a:rPr lang="en-US" sz="3200" dirty="0" err="1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SmartHub</a:t>
          </a:r>
          <a:endParaRPr lang="en-US" sz="3200" dirty="0">
            <a:solidFill>
              <a:schemeClr val="bg2"/>
            </a:solidFill>
          </a:endParaRPr>
        </a:p>
      </dgm:t>
    </dgm:pt>
    <dgm:pt modelId="{F29C056A-C0A3-4307-B7B4-86FA3A2263B7}" type="parTrans" cxnId="{BCD1B2FD-C060-4584-89E4-8601714E58CD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738F8AB5-69B5-41FD-B1B8-B31144C00FB9}" type="sibTrans" cxnId="{BCD1B2FD-C060-4584-89E4-8601714E58CD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55C3E0F5-C61B-497E-B579-B9F1563AE547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Pricing</a:t>
          </a:r>
        </a:p>
      </dgm:t>
    </dgm:pt>
    <dgm:pt modelId="{B3B74A23-8659-4E41-8DB3-02C39DFF845C}" type="parTrans" cxnId="{65AA82E3-521F-4AE1-8F0B-8B9C2C4E7A5C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DF180ABE-0551-4757-B62F-B28EE81452A9}" type="sibTrans" cxnId="{65AA82E3-521F-4AE1-8F0B-8B9C2C4E7A5C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491C0FDC-4DDF-49E5-BF90-8FA9218A7F66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Basic (9$/month)</a:t>
          </a:r>
        </a:p>
      </dgm:t>
    </dgm:pt>
    <dgm:pt modelId="{16B28B66-C697-49EE-8701-B5582D23B33D}" type="parTrans" cxnId="{B620F721-C829-44AC-83D9-4CC582507C12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9187A385-5703-4119-9668-B3CA301D4EBD}" type="sibTrans" cxnId="{B620F721-C829-44AC-83D9-4CC582507C12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5342F405-D4BA-4B0D-BCA4-66291C0E5FE2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Click Choose Basic button</a:t>
          </a:r>
        </a:p>
      </dgm:t>
    </dgm:pt>
    <dgm:pt modelId="{0D641935-B8BB-465C-B113-106CE612383C}" type="parTrans" cxnId="{1A282631-6209-40DA-8D29-3B876AB4AE15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8EC951B4-83BD-4AC6-ADEE-F992B508F029}" type="sibTrans" cxnId="{1A282631-6209-40DA-8D29-3B876AB4AE15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1C515689-6C1B-4031-B3D7-0DFC8E719C90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Login page</a:t>
          </a:r>
        </a:p>
      </dgm:t>
    </dgm:pt>
    <dgm:pt modelId="{65245455-7FC9-4883-A870-F8CAEE30BE12}" type="parTrans" cxnId="{47ADADD5-1B04-4EBA-9669-858DC5C6DA27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EF2E1555-FA9E-40D6-AED0-1724F9203BAC}" type="sibTrans" cxnId="{47ADADD5-1B04-4EBA-9669-858DC5C6DA27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C15F2F83-194D-4E97-B326-657798CBE91C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Pro (29$/month)</a:t>
          </a:r>
        </a:p>
      </dgm:t>
    </dgm:pt>
    <dgm:pt modelId="{92B70AC4-8FD5-41EE-ACA8-8283BFDD39C7}" type="parTrans" cxnId="{50D264A4-BA5E-49F7-8FEB-97F64B34450F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91B55301-0378-46BE-94EF-57BDAFB78D1C}" type="sibTrans" cxnId="{50D264A4-BA5E-49F7-8FEB-97F64B34450F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75109557-4859-4D47-88C3-2BDF45F79634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Click Choose Pro button</a:t>
          </a:r>
        </a:p>
      </dgm:t>
    </dgm:pt>
    <dgm:pt modelId="{CD91D089-723A-4EB9-9D3E-B489A020E512}" type="parTrans" cxnId="{E40F8C4B-ADD0-436A-BA61-E297F610669B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00143DEB-2538-4CB8-AE0C-F176D546791D}" type="sibTrans" cxnId="{E40F8C4B-ADD0-436A-BA61-E297F610669B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DAA372B-AE68-4832-8D00-1BF843328813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Login page</a:t>
          </a:r>
        </a:p>
      </dgm:t>
    </dgm:pt>
    <dgm:pt modelId="{85E87370-D7B9-4683-9637-E2563A7C6A51}" type="parTrans" cxnId="{17C5421E-BCA2-4D46-8E71-25B1E5C465EE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C6B424F4-2DEA-45D5-9BA8-7FEC160EE5C4}" type="sibTrans" cxnId="{17C5421E-BCA2-4D46-8E71-25B1E5C465EE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25329738-B57E-4D5B-8487-BC73CF24C75C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Enterprise</a:t>
          </a:r>
        </a:p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(99$/month)</a:t>
          </a:r>
        </a:p>
      </dgm:t>
    </dgm:pt>
    <dgm:pt modelId="{AFE04D6F-A287-4655-B1DD-7CEF9DEAEE8B}" type="parTrans" cxnId="{354B63EE-C32B-4493-99FB-823746AA08FF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814C2C2A-5140-4CF9-8B7E-438B41E1E699}" type="sibTrans" cxnId="{354B63EE-C32B-4493-99FB-823746AA08FF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BBA2829E-5DA0-4CEC-8952-77DF103A05EB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Click Contact Sales</a:t>
          </a:r>
          <a:endParaRPr lang="en-US" sz="2800" dirty="0">
            <a:solidFill>
              <a:schemeClr val="bg2"/>
            </a:solidFill>
            <a:latin typeface="Aptos" panose="020B0004020202020204" pitchFamily="34" charset="0"/>
            <a:ea typeface="Aptos" panose="020B0004020202020204" pitchFamily="34" charset="0"/>
            <a:cs typeface="Arial" panose="020B0604020202020204" pitchFamily="34" charset="0"/>
          </a:endParaRPr>
        </a:p>
      </dgm:t>
    </dgm:pt>
    <dgm:pt modelId="{74A29EE2-E88B-4046-A889-D37FC91311A4}" type="parTrans" cxnId="{E4055BF1-8A1B-40B7-A762-F666B32F6787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AD8AF9D0-5F69-4DF3-8C8D-628798849FCA}" type="sibTrans" cxnId="{E4055BF1-8A1B-40B7-A762-F666B32F6787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85D94F84-1CC3-4D36-82CE-7956618AE154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Contact page</a:t>
          </a:r>
        </a:p>
      </dgm:t>
    </dgm:pt>
    <dgm:pt modelId="{6D65CD5F-3D44-4BCA-94A3-988538399E52}" type="parTrans" cxnId="{5DF6AAE2-0F71-4A72-952F-E9E5E9763F95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68BE17C9-C5B8-41FB-979D-4B62A25C5DB9}" type="sibTrans" cxnId="{5DF6AAE2-0F71-4A72-952F-E9E5E9763F95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0D1BD04-27B4-4BC4-AF39-C059C3200652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Contact</a:t>
          </a:r>
        </a:p>
      </dgm:t>
    </dgm:pt>
    <dgm:pt modelId="{66626471-EDF3-4CC2-BB02-521CF4C37317}" type="parTrans" cxnId="{743644C7-0702-427C-8526-F4CBBE2CB10C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79AEEC9-221C-4E2F-848A-11B04FB0AD1F}" type="sibTrans" cxnId="{743644C7-0702-427C-8526-F4CBBE2CB10C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0DFBFCB7-354E-434C-A3C1-61CF646D5900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Need to fill in email and password</a:t>
          </a:r>
        </a:p>
      </dgm:t>
    </dgm:pt>
    <dgm:pt modelId="{A1BF8C18-8F39-4B0A-8681-EBAB5065E34A}" type="parTrans" cxnId="{0DA0DE32-9A54-48F9-93C3-B8B42DF1A397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C094195-F452-46FB-838B-A95B563E413A}" type="sibTrans" cxnId="{0DA0DE32-9A54-48F9-93C3-B8B42DF1A397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17B18F81-6C58-4EDB-B237-065743460B8A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Sign In</a:t>
          </a:r>
        </a:p>
      </dgm:t>
    </dgm:pt>
    <dgm:pt modelId="{1ACA48C7-EDFB-4AEF-8EF0-7AD90BFFCFBF}" type="parTrans" cxnId="{96CE1A5E-CFF1-484B-AEA5-4879ED2D6A5A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CDD9E9ED-50E0-417D-9CF2-48B9DE4BC397}" type="sibTrans" cxnId="{96CE1A5E-CFF1-484B-AEA5-4879ED2D6A5A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03417942-FDEC-46AB-A95F-B3378A0F6215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Fill the required and send</a:t>
          </a:r>
        </a:p>
      </dgm:t>
    </dgm:pt>
    <dgm:pt modelId="{744A5610-1EE7-48E1-8C59-3008CD9FF035}" type="parTrans" cxnId="{74426EA9-109B-491A-AABC-87271CB7FD2F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3EA95ACC-A7DC-4FD6-A7E6-27636E04C3ED}" type="sibTrans" cxnId="{74426EA9-109B-491A-AABC-87271CB7FD2F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33865534-B3B7-4C19-892C-2FE777A2E4C8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Sign In with Google</a:t>
          </a:r>
        </a:p>
      </dgm:t>
    </dgm:pt>
    <dgm:pt modelId="{B28E05C8-1DDE-45FE-913C-95CF411CBB11}" type="parTrans" cxnId="{3844943E-7628-4F69-B850-C65A158ECDCD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48FC0545-30B5-4D69-BF97-A1DF5262CEC7}" type="sibTrans" cxnId="{3844943E-7628-4F69-B850-C65A158ECDCD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1F79ED73-9FD8-44DF-9508-B7CB1503AE5A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New window is going to open you need to select your account</a:t>
          </a:r>
        </a:p>
      </dgm:t>
    </dgm:pt>
    <dgm:pt modelId="{41390E43-BF08-4321-BD0C-2749D2296B0A}" type="parTrans" cxnId="{00E100C4-4339-4BE2-8DC0-DB044E3E5275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63365454-0300-4C82-9275-D1D171C9F08D}" type="sibTrans" cxnId="{00E100C4-4339-4BE2-8DC0-DB044E3E5275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7DFFE928-CEEC-461F-A5E0-78952BB7B703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Sign Up</a:t>
          </a:r>
        </a:p>
      </dgm:t>
    </dgm:pt>
    <dgm:pt modelId="{40252BAC-0925-4CD0-9DE3-25AB550F3F50}" type="parTrans" cxnId="{34319DED-FA5F-467C-82D4-8DC7E38A103F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FB7C5DE-0729-41F1-BA25-A793D4D2945C}" type="sibTrans" cxnId="{34319DED-FA5F-467C-82D4-8DC7E38A103F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CFC9319A-D9FB-4929-B45F-5FCD6C4F5DE4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Fill the required and  press the Create Account button</a:t>
          </a:r>
        </a:p>
      </dgm:t>
    </dgm:pt>
    <dgm:pt modelId="{7D2082EF-351E-4AED-A31C-C88B32683EA8}" type="parTrans" cxnId="{580CB442-33BB-4279-8CB3-E32AC8C94D09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D3A786DE-B891-433A-AAB0-C1EDCFAC2D02}" type="sibTrans" cxnId="{580CB442-33BB-4279-8CB3-E32AC8C94D0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5217F3C6-6528-4A24-B756-F2ADE048E10E}">
      <dgm:prSet phldrT="[Text]" custT="1"/>
      <dgm:spPr/>
      <dgm:t>
        <a:bodyPr/>
        <a:lstStyle/>
        <a:p>
          <a:pPr>
            <a:buNone/>
          </a:pPr>
          <a:r>
            <a:rPr lang="en-US" sz="3200" dirty="0">
              <a:solidFill>
                <a:schemeClr val="bg2"/>
              </a:solidFill>
            </a:rPr>
            <a:t>Home</a:t>
          </a:r>
        </a:p>
      </dgm:t>
    </dgm:pt>
    <dgm:pt modelId="{3ACF42F6-2CC1-4973-9B6A-F5DED9883F55}" type="parTrans" cxnId="{372E0D4F-750C-4ACF-800E-DD645F0F033C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2222950-B0FE-4FC3-A919-EEED4CDCA8A4}" type="sibTrans" cxnId="{372E0D4F-750C-4ACF-800E-DD645F0F033C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49AED589-3B66-4663-AFF9-792A354B7CDB}">
      <dgm:prSet custT="1"/>
      <dgm:spPr/>
      <dgm:t>
        <a:bodyPr/>
        <a:lstStyle/>
        <a:p>
          <a:r>
            <a:rPr lang="en-US" sz="3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Login</a:t>
          </a:r>
        </a:p>
      </dgm:t>
    </dgm:pt>
    <dgm:pt modelId="{9F475A10-125F-4730-A6F5-C06F8B39DCBD}" type="parTrans" cxnId="{F5EA1F0A-D7E7-4203-AD59-EB130CC15BA4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641E7A7B-63D7-4102-82BD-49C8EA1422FD}" type="sibTrans" cxnId="{F5EA1F0A-D7E7-4203-AD59-EB130CC15BA4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29DD1876-5670-4822-BDC5-9B679CFD179B}">
      <dgm:prSet custT="1"/>
      <dgm:spPr/>
      <dgm:t>
        <a:bodyPr/>
        <a:lstStyle/>
        <a:p>
          <a:r>
            <a:rPr lang="en-US" sz="28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Send Message</a:t>
          </a:r>
        </a:p>
      </dgm:t>
    </dgm:pt>
    <dgm:pt modelId="{546A4E71-1C14-4771-90A0-C0228B11209A}" type="parTrans" cxnId="{D1FA9112-49B6-4949-835A-B79849D9C939}">
      <dgm:prSet custT="1"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178607E7-912B-43B1-9F82-4862A54E090A}" type="sibTrans" cxnId="{D1FA9112-49B6-4949-835A-B79849D9C93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6215C1C-D7E3-4FC2-98C3-9517CC931F5F}" type="pres">
      <dgm:prSet presAssocID="{809E6FC0-770B-4EA1-B91A-C1E25784706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B0000CE-52ED-4D69-87B2-EA16A9FA0BEE}" type="pres">
      <dgm:prSet presAssocID="{F49C32BB-D550-4DE3-8A99-7EFDF5D81DAF}" presName="root1" presStyleCnt="0"/>
      <dgm:spPr/>
    </dgm:pt>
    <dgm:pt modelId="{AFE23E4C-C68B-4C71-A338-78B651544936}" type="pres">
      <dgm:prSet presAssocID="{F49C32BB-D550-4DE3-8A99-7EFDF5D81DAF}" presName="LevelOneTextNode" presStyleLbl="node0" presStyleIdx="0" presStyleCnt="1" custScaleX="113359">
        <dgm:presLayoutVars>
          <dgm:chPref val="3"/>
        </dgm:presLayoutVars>
      </dgm:prSet>
      <dgm:spPr/>
    </dgm:pt>
    <dgm:pt modelId="{1C542E05-AAED-4BDE-AD05-1FEDA2E42477}" type="pres">
      <dgm:prSet presAssocID="{F49C32BB-D550-4DE3-8A99-7EFDF5D81DAF}" presName="level2hierChild" presStyleCnt="0"/>
      <dgm:spPr/>
    </dgm:pt>
    <dgm:pt modelId="{3AEFCCAC-2AB8-408D-8F40-0A6897725634}" type="pres">
      <dgm:prSet presAssocID="{3ACF42F6-2CC1-4973-9B6A-F5DED9883F55}" presName="conn2-1" presStyleLbl="parChTrans1D2" presStyleIdx="0" presStyleCnt="4"/>
      <dgm:spPr/>
    </dgm:pt>
    <dgm:pt modelId="{4C05174C-35A5-4245-8C7A-D1CF4C392A07}" type="pres">
      <dgm:prSet presAssocID="{3ACF42F6-2CC1-4973-9B6A-F5DED9883F55}" presName="connTx" presStyleLbl="parChTrans1D2" presStyleIdx="0" presStyleCnt="4"/>
      <dgm:spPr/>
    </dgm:pt>
    <dgm:pt modelId="{B6FBF011-9B51-485F-84F1-0C54B65E8620}" type="pres">
      <dgm:prSet presAssocID="{5217F3C6-6528-4A24-B756-F2ADE048E10E}" presName="root2" presStyleCnt="0"/>
      <dgm:spPr/>
    </dgm:pt>
    <dgm:pt modelId="{4D0E3FBB-3121-4E90-9922-07E3F9364296}" type="pres">
      <dgm:prSet presAssocID="{5217F3C6-6528-4A24-B756-F2ADE048E10E}" presName="LevelTwoTextNode" presStyleLbl="node2" presStyleIdx="0" presStyleCnt="4">
        <dgm:presLayoutVars>
          <dgm:chPref val="3"/>
        </dgm:presLayoutVars>
      </dgm:prSet>
      <dgm:spPr/>
    </dgm:pt>
    <dgm:pt modelId="{15FFDD08-F056-41FC-8184-6C04049F468C}" type="pres">
      <dgm:prSet presAssocID="{5217F3C6-6528-4A24-B756-F2ADE048E10E}" presName="level3hierChild" presStyleCnt="0"/>
      <dgm:spPr/>
    </dgm:pt>
    <dgm:pt modelId="{290744AD-CFB2-495D-9BF9-29B0C5118452}" type="pres">
      <dgm:prSet presAssocID="{B3B74A23-8659-4E41-8DB3-02C39DFF845C}" presName="conn2-1" presStyleLbl="parChTrans1D2" presStyleIdx="1" presStyleCnt="4"/>
      <dgm:spPr/>
    </dgm:pt>
    <dgm:pt modelId="{337C9240-2133-4048-9DD2-4910B62CB198}" type="pres">
      <dgm:prSet presAssocID="{B3B74A23-8659-4E41-8DB3-02C39DFF845C}" presName="connTx" presStyleLbl="parChTrans1D2" presStyleIdx="1" presStyleCnt="4"/>
      <dgm:spPr/>
    </dgm:pt>
    <dgm:pt modelId="{B0BA01EC-7976-4922-B03D-12D29AB5BD9E}" type="pres">
      <dgm:prSet presAssocID="{55C3E0F5-C61B-497E-B579-B9F1563AE547}" presName="root2" presStyleCnt="0"/>
      <dgm:spPr/>
    </dgm:pt>
    <dgm:pt modelId="{B35A0D83-92D0-4DDB-97A8-873152350A74}" type="pres">
      <dgm:prSet presAssocID="{55C3E0F5-C61B-497E-B579-B9F1563AE547}" presName="LevelTwoTextNode" presStyleLbl="node2" presStyleIdx="1" presStyleCnt="4">
        <dgm:presLayoutVars>
          <dgm:chPref val="3"/>
        </dgm:presLayoutVars>
      </dgm:prSet>
      <dgm:spPr/>
    </dgm:pt>
    <dgm:pt modelId="{57A34C40-0C8A-4823-AAF4-B34CA257D1CA}" type="pres">
      <dgm:prSet presAssocID="{55C3E0F5-C61B-497E-B579-B9F1563AE547}" presName="level3hierChild" presStyleCnt="0"/>
      <dgm:spPr/>
    </dgm:pt>
    <dgm:pt modelId="{0B39B48A-ECAA-4991-B915-5469C249A392}" type="pres">
      <dgm:prSet presAssocID="{16B28B66-C697-49EE-8701-B5582D23B33D}" presName="conn2-1" presStyleLbl="parChTrans1D3" presStyleIdx="0" presStyleCnt="7"/>
      <dgm:spPr/>
    </dgm:pt>
    <dgm:pt modelId="{EB6FA7CE-6FB6-40E5-967C-66760673619D}" type="pres">
      <dgm:prSet presAssocID="{16B28B66-C697-49EE-8701-B5582D23B33D}" presName="connTx" presStyleLbl="parChTrans1D3" presStyleIdx="0" presStyleCnt="7"/>
      <dgm:spPr/>
    </dgm:pt>
    <dgm:pt modelId="{6C47EAE2-182C-4E12-88F3-691E4BF5BD5D}" type="pres">
      <dgm:prSet presAssocID="{491C0FDC-4DDF-49E5-BF90-8FA9218A7F66}" presName="root2" presStyleCnt="0"/>
      <dgm:spPr/>
    </dgm:pt>
    <dgm:pt modelId="{D899DACF-6CAF-44E2-A371-31D0E18BAC2E}" type="pres">
      <dgm:prSet presAssocID="{491C0FDC-4DDF-49E5-BF90-8FA9218A7F66}" presName="LevelTwoTextNode" presStyleLbl="node3" presStyleIdx="0" presStyleCnt="7" custScaleX="117942">
        <dgm:presLayoutVars>
          <dgm:chPref val="3"/>
        </dgm:presLayoutVars>
      </dgm:prSet>
      <dgm:spPr/>
    </dgm:pt>
    <dgm:pt modelId="{B19B29A5-FE95-4D6C-801F-07E460BCC3F3}" type="pres">
      <dgm:prSet presAssocID="{491C0FDC-4DDF-49E5-BF90-8FA9218A7F66}" presName="level3hierChild" presStyleCnt="0"/>
      <dgm:spPr/>
    </dgm:pt>
    <dgm:pt modelId="{91256440-8044-4D74-A0C0-A3A65FDAC66D}" type="pres">
      <dgm:prSet presAssocID="{0D641935-B8BB-465C-B113-106CE612383C}" presName="conn2-1" presStyleLbl="parChTrans1D4" presStyleIdx="0" presStyleCnt="10"/>
      <dgm:spPr/>
    </dgm:pt>
    <dgm:pt modelId="{E1EDF96D-7032-4098-89AB-7FE6D87DCDBE}" type="pres">
      <dgm:prSet presAssocID="{0D641935-B8BB-465C-B113-106CE612383C}" presName="connTx" presStyleLbl="parChTrans1D4" presStyleIdx="0" presStyleCnt="10"/>
      <dgm:spPr/>
    </dgm:pt>
    <dgm:pt modelId="{5A660DE8-05C2-4CDE-9AA5-A13557E98BED}" type="pres">
      <dgm:prSet presAssocID="{5342F405-D4BA-4B0D-BCA4-66291C0E5FE2}" presName="root2" presStyleCnt="0"/>
      <dgm:spPr/>
    </dgm:pt>
    <dgm:pt modelId="{BE50EB23-A3FE-468F-832C-DDFF4AD7BDC1}" type="pres">
      <dgm:prSet presAssocID="{5342F405-D4BA-4B0D-BCA4-66291C0E5FE2}" presName="LevelTwoTextNode" presStyleLbl="node4" presStyleIdx="0" presStyleCnt="10" custScaleX="132056">
        <dgm:presLayoutVars>
          <dgm:chPref val="3"/>
        </dgm:presLayoutVars>
      </dgm:prSet>
      <dgm:spPr/>
    </dgm:pt>
    <dgm:pt modelId="{B210A30D-8CA0-4A48-9486-30AF59EE2E01}" type="pres">
      <dgm:prSet presAssocID="{5342F405-D4BA-4B0D-BCA4-66291C0E5FE2}" presName="level3hierChild" presStyleCnt="0"/>
      <dgm:spPr/>
    </dgm:pt>
    <dgm:pt modelId="{17A10860-9822-45E7-B5F0-E13073F22A0A}" type="pres">
      <dgm:prSet presAssocID="{65245455-7FC9-4883-A870-F8CAEE30BE12}" presName="conn2-1" presStyleLbl="parChTrans1D4" presStyleIdx="1" presStyleCnt="10"/>
      <dgm:spPr/>
    </dgm:pt>
    <dgm:pt modelId="{A5E03B12-028E-457B-B272-313E2DCC6A05}" type="pres">
      <dgm:prSet presAssocID="{65245455-7FC9-4883-A870-F8CAEE30BE12}" presName="connTx" presStyleLbl="parChTrans1D4" presStyleIdx="1" presStyleCnt="10"/>
      <dgm:spPr/>
    </dgm:pt>
    <dgm:pt modelId="{146EAE2B-1F95-4DE1-98A1-C7651E6DB416}" type="pres">
      <dgm:prSet presAssocID="{1C515689-6C1B-4031-B3D7-0DFC8E719C90}" presName="root2" presStyleCnt="0"/>
      <dgm:spPr/>
    </dgm:pt>
    <dgm:pt modelId="{BA0268E3-C9F6-403C-947D-FA6C7DCC50D9}" type="pres">
      <dgm:prSet presAssocID="{1C515689-6C1B-4031-B3D7-0DFC8E719C90}" presName="LevelTwoTextNode" presStyleLbl="node4" presStyleIdx="1" presStyleCnt="10" custScaleX="107978">
        <dgm:presLayoutVars>
          <dgm:chPref val="3"/>
        </dgm:presLayoutVars>
      </dgm:prSet>
      <dgm:spPr/>
    </dgm:pt>
    <dgm:pt modelId="{18755684-7DAC-4EE4-B61F-7034F4706B07}" type="pres">
      <dgm:prSet presAssocID="{1C515689-6C1B-4031-B3D7-0DFC8E719C90}" presName="level3hierChild" presStyleCnt="0"/>
      <dgm:spPr/>
    </dgm:pt>
    <dgm:pt modelId="{2B25E91C-AA78-4A14-AB97-9C6DB3A6D4F2}" type="pres">
      <dgm:prSet presAssocID="{92B70AC4-8FD5-41EE-ACA8-8283BFDD39C7}" presName="conn2-1" presStyleLbl="parChTrans1D3" presStyleIdx="1" presStyleCnt="7"/>
      <dgm:spPr/>
    </dgm:pt>
    <dgm:pt modelId="{AE4DE67B-1D53-4EE3-93C6-95850954597E}" type="pres">
      <dgm:prSet presAssocID="{92B70AC4-8FD5-41EE-ACA8-8283BFDD39C7}" presName="connTx" presStyleLbl="parChTrans1D3" presStyleIdx="1" presStyleCnt="7"/>
      <dgm:spPr/>
    </dgm:pt>
    <dgm:pt modelId="{2393913C-ABE2-4F18-BAA2-1863BF5AD1D2}" type="pres">
      <dgm:prSet presAssocID="{C15F2F83-194D-4E97-B326-657798CBE91C}" presName="root2" presStyleCnt="0"/>
      <dgm:spPr/>
    </dgm:pt>
    <dgm:pt modelId="{2A104267-E7DE-4665-A525-D6E0AD43524B}" type="pres">
      <dgm:prSet presAssocID="{C15F2F83-194D-4E97-B326-657798CBE91C}" presName="LevelTwoTextNode" presStyleLbl="node3" presStyleIdx="1" presStyleCnt="7" custScaleX="129153">
        <dgm:presLayoutVars>
          <dgm:chPref val="3"/>
        </dgm:presLayoutVars>
      </dgm:prSet>
      <dgm:spPr/>
    </dgm:pt>
    <dgm:pt modelId="{D6DD3F46-E3AC-434A-BCA2-A65D2351EFB7}" type="pres">
      <dgm:prSet presAssocID="{C15F2F83-194D-4E97-B326-657798CBE91C}" presName="level3hierChild" presStyleCnt="0"/>
      <dgm:spPr/>
    </dgm:pt>
    <dgm:pt modelId="{35387BDE-3993-4B07-B94A-8D6FE4C24B63}" type="pres">
      <dgm:prSet presAssocID="{CD91D089-723A-4EB9-9D3E-B489A020E512}" presName="conn2-1" presStyleLbl="parChTrans1D4" presStyleIdx="2" presStyleCnt="10"/>
      <dgm:spPr/>
    </dgm:pt>
    <dgm:pt modelId="{8FDAD9B0-FFCF-4D9A-8BEC-0747D0C18EF4}" type="pres">
      <dgm:prSet presAssocID="{CD91D089-723A-4EB9-9D3E-B489A020E512}" presName="connTx" presStyleLbl="parChTrans1D4" presStyleIdx="2" presStyleCnt="10"/>
      <dgm:spPr/>
    </dgm:pt>
    <dgm:pt modelId="{DB91A700-DDBF-4013-A977-E72ACB317B07}" type="pres">
      <dgm:prSet presAssocID="{75109557-4859-4D47-88C3-2BDF45F79634}" presName="root2" presStyleCnt="0"/>
      <dgm:spPr/>
    </dgm:pt>
    <dgm:pt modelId="{C836A406-03ED-49D6-8A40-C743F1693861}" type="pres">
      <dgm:prSet presAssocID="{75109557-4859-4D47-88C3-2BDF45F79634}" presName="LevelTwoTextNode" presStyleLbl="node4" presStyleIdx="2" presStyleCnt="10" custScaleX="126145">
        <dgm:presLayoutVars>
          <dgm:chPref val="3"/>
        </dgm:presLayoutVars>
      </dgm:prSet>
      <dgm:spPr/>
    </dgm:pt>
    <dgm:pt modelId="{CA89C2CA-6807-40DD-BD08-1D3929B80808}" type="pres">
      <dgm:prSet presAssocID="{75109557-4859-4D47-88C3-2BDF45F79634}" presName="level3hierChild" presStyleCnt="0"/>
      <dgm:spPr/>
    </dgm:pt>
    <dgm:pt modelId="{8B8A3D86-0107-488E-B23C-A96E71791C7E}" type="pres">
      <dgm:prSet presAssocID="{85E87370-D7B9-4683-9637-E2563A7C6A51}" presName="conn2-1" presStyleLbl="parChTrans1D4" presStyleIdx="3" presStyleCnt="10"/>
      <dgm:spPr/>
    </dgm:pt>
    <dgm:pt modelId="{E573DE42-602C-4D09-9553-2500CF713F63}" type="pres">
      <dgm:prSet presAssocID="{85E87370-D7B9-4683-9637-E2563A7C6A51}" presName="connTx" presStyleLbl="parChTrans1D4" presStyleIdx="3" presStyleCnt="10"/>
      <dgm:spPr/>
    </dgm:pt>
    <dgm:pt modelId="{B9210F71-C334-4CEC-A22F-B487225C6E24}" type="pres">
      <dgm:prSet presAssocID="{FDAA372B-AE68-4832-8D00-1BF843328813}" presName="root2" presStyleCnt="0"/>
      <dgm:spPr/>
    </dgm:pt>
    <dgm:pt modelId="{DF8FE6BB-AB4B-43F0-BDB6-FC79FC52BB00}" type="pres">
      <dgm:prSet presAssocID="{FDAA372B-AE68-4832-8D00-1BF843328813}" presName="LevelTwoTextNode" presStyleLbl="node4" presStyleIdx="3" presStyleCnt="10">
        <dgm:presLayoutVars>
          <dgm:chPref val="3"/>
        </dgm:presLayoutVars>
      </dgm:prSet>
      <dgm:spPr/>
    </dgm:pt>
    <dgm:pt modelId="{98318A8C-51A0-48FE-A911-DE4C299B54C2}" type="pres">
      <dgm:prSet presAssocID="{FDAA372B-AE68-4832-8D00-1BF843328813}" presName="level3hierChild" presStyleCnt="0"/>
      <dgm:spPr/>
    </dgm:pt>
    <dgm:pt modelId="{711182BC-8ABC-4CEC-AB83-06D136A8014E}" type="pres">
      <dgm:prSet presAssocID="{AFE04D6F-A287-4655-B1DD-7CEF9DEAEE8B}" presName="conn2-1" presStyleLbl="parChTrans1D3" presStyleIdx="2" presStyleCnt="7"/>
      <dgm:spPr/>
    </dgm:pt>
    <dgm:pt modelId="{AFBCED84-8B4E-437E-9BD7-124708471AB3}" type="pres">
      <dgm:prSet presAssocID="{AFE04D6F-A287-4655-B1DD-7CEF9DEAEE8B}" presName="connTx" presStyleLbl="parChTrans1D3" presStyleIdx="2" presStyleCnt="7"/>
      <dgm:spPr/>
    </dgm:pt>
    <dgm:pt modelId="{6580A851-04AF-44CB-A7E5-A0DE14BDDC7E}" type="pres">
      <dgm:prSet presAssocID="{25329738-B57E-4D5B-8487-BC73CF24C75C}" presName="root2" presStyleCnt="0"/>
      <dgm:spPr/>
    </dgm:pt>
    <dgm:pt modelId="{F050AE1C-F9C8-49D9-9444-2D9E7938E112}" type="pres">
      <dgm:prSet presAssocID="{25329738-B57E-4D5B-8487-BC73CF24C75C}" presName="LevelTwoTextNode" presStyleLbl="node3" presStyleIdx="2" presStyleCnt="7" custScaleX="140364" custScaleY="114623">
        <dgm:presLayoutVars>
          <dgm:chPref val="3"/>
        </dgm:presLayoutVars>
      </dgm:prSet>
      <dgm:spPr/>
    </dgm:pt>
    <dgm:pt modelId="{1E64B1FB-6D3C-4D00-8325-6AEB69D785A0}" type="pres">
      <dgm:prSet presAssocID="{25329738-B57E-4D5B-8487-BC73CF24C75C}" presName="level3hierChild" presStyleCnt="0"/>
      <dgm:spPr/>
    </dgm:pt>
    <dgm:pt modelId="{80A62B89-69A4-4C01-B862-6FDCAF152D77}" type="pres">
      <dgm:prSet presAssocID="{74A29EE2-E88B-4046-A889-D37FC91311A4}" presName="conn2-1" presStyleLbl="parChTrans1D4" presStyleIdx="4" presStyleCnt="10"/>
      <dgm:spPr/>
    </dgm:pt>
    <dgm:pt modelId="{B4E69EB3-A306-4B34-B2D8-884580E92A73}" type="pres">
      <dgm:prSet presAssocID="{74A29EE2-E88B-4046-A889-D37FC91311A4}" presName="connTx" presStyleLbl="parChTrans1D4" presStyleIdx="4" presStyleCnt="10"/>
      <dgm:spPr/>
    </dgm:pt>
    <dgm:pt modelId="{1F0210CA-D5AA-489F-A63D-5AB19608F17E}" type="pres">
      <dgm:prSet presAssocID="{BBA2829E-5DA0-4CEC-8952-77DF103A05EB}" presName="root2" presStyleCnt="0"/>
      <dgm:spPr/>
    </dgm:pt>
    <dgm:pt modelId="{B75B663D-125E-4134-80F4-440A73512B5B}" type="pres">
      <dgm:prSet presAssocID="{BBA2829E-5DA0-4CEC-8952-77DF103A05EB}" presName="LevelTwoTextNode" presStyleLbl="node4" presStyleIdx="4" presStyleCnt="10" custScaleX="130756">
        <dgm:presLayoutVars>
          <dgm:chPref val="3"/>
        </dgm:presLayoutVars>
      </dgm:prSet>
      <dgm:spPr/>
    </dgm:pt>
    <dgm:pt modelId="{A1A76614-5699-450F-9B91-F95AAF3FF178}" type="pres">
      <dgm:prSet presAssocID="{BBA2829E-5DA0-4CEC-8952-77DF103A05EB}" presName="level3hierChild" presStyleCnt="0"/>
      <dgm:spPr/>
    </dgm:pt>
    <dgm:pt modelId="{40D47F3C-B27F-4CBB-A70D-F4DDC6AD9ABD}" type="pres">
      <dgm:prSet presAssocID="{6D65CD5F-3D44-4BCA-94A3-988538399E52}" presName="conn2-1" presStyleLbl="parChTrans1D4" presStyleIdx="5" presStyleCnt="10"/>
      <dgm:spPr/>
    </dgm:pt>
    <dgm:pt modelId="{6D6A5EBB-D099-49D8-AD9D-362E13F18E89}" type="pres">
      <dgm:prSet presAssocID="{6D65CD5F-3D44-4BCA-94A3-988538399E52}" presName="connTx" presStyleLbl="parChTrans1D4" presStyleIdx="5" presStyleCnt="10"/>
      <dgm:spPr/>
    </dgm:pt>
    <dgm:pt modelId="{E8CB4CA7-FAE8-4231-9EC0-FD6DA2602512}" type="pres">
      <dgm:prSet presAssocID="{85D94F84-1CC3-4D36-82CE-7956618AE154}" presName="root2" presStyleCnt="0"/>
      <dgm:spPr/>
    </dgm:pt>
    <dgm:pt modelId="{1C980D39-9945-4B68-A7FA-107F8ECE4DDD}" type="pres">
      <dgm:prSet presAssocID="{85D94F84-1CC3-4D36-82CE-7956618AE154}" presName="LevelTwoTextNode" presStyleLbl="node4" presStyleIdx="5" presStyleCnt="10">
        <dgm:presLayoutVars>
          <dgm:chPref val="3"/>
        </dgm:presLayoutVars>
      </dgm:prSet>
      <dgm:spPr/>
    </dgm:pt>
    <dgm:pt modelId="{4B9F77AD-2BBC-4088-B074-366D1ED4B3E2}" type="pres">
      <dgm:prSet presAssocID="{85D94F84-1CC3-4D36-82CE-7956618AE154}" presName="level3hierChild" presStyleCnt="0"/>
      <dgm:spPr/>
    </dgm:pt>
    <dgm:pt modelId="{2BF94CB4-C163-4264-B009-B3D00E61F7C0}" type="pres">
      <dgm:prSet presAssocID="{66626471-EDF3-4CC2-BB02-521CF4C37317}" presName="conn2-1" presStyleLbl="parChTrans1D2" presStyleIdx="2" presStyleCnt="4"/>
      <dgm:spPr/>
    </dgm:pt>
    <dgm:pt modelId="{2CA3FDC0-AF00-45CB-B5E3-646FB8820BAA}" type="pres">
      <dgm:prSet presAssocID="{66626471-EDF3-4CC2-BB02-521CF4C37317}" presName="connTx" presStyleLbl="parChTrans1D2" presStyleIdx="2" presStyleCnt="4"/>
      <dgm:spPr/>
    </dgm:pt>
    <dgm:pt modelId="{5A11A16A-5474-4C8A-B08F-A6B9FC0F6360}" type="pres">
      <dgm:prSet presAssocID="{F0D1BD04-27B4-4BC4-AF39-C059C3200652}" presName="root2" presStyleCnt="0"/>
      <dgm:spPr/>
    </dgm:pt>
    <dgm:pt modelId="{1A988EB6-2DAD-41F7-9818-E61CF8CC7460}" type="pres">
      <dgm:prSet presAssocID="{F0D1BD04-27B4-4BC4-AF39-C059C3200652}" presName="LevelTwoTextNode" presStyleLbl="node2" presStyleIdx="2" presStyleCnt="4">
        <dgm:presLayoutVars>
          <dgm:chPref val="3"/>
        </dgm:presLayoutVars>
      </dgm:prSet>
      <dgm:spPr/>
    </dgm:pt>
    <dgm:pt modelId="{BA0CF754-4728-43A5-9FB3-275537CB2779}" type="pres">
      <dgm:prSet presAssocID="{F0D1BD04-27B4-4BC4-AF39-C059C3200652}" presName="level3hierChild" presStyleCnt="0"/>
      <dgm:spPr/>
    </dgm:pt>
    <dgm:pt modelId="{1FE4415C-1CC2-4A78-B9BC-E29962EB88C7}" type="pres">
      <dgm:prSet presAssocID="{A1BF8C18-8F39-4B0A-8681-EBAB5065E34A}" presName="conn2-1" presStyleLbl="parChTrans1D3" presStyleIdx="3" presStyleCnt="7"/>
      <dgm:spPr/>
    </dgm:pt>
    <dgm:pt modelId="{06EF7FEC-A7A0-47F2-90E5-BAC47C28B0DE}" type="pres">
      <dgm:prSet presAssocID="{A1BF8C18-8F39-4B0A-8681-EBAB5065E34A}" presName="connTx" presStyleLbl="parChTrans1D3" presStyleIdx="3" presStyleCnt="7"/>
      <dgm:spPr/>
    </dgm:pt>
    <dgm:pt modelId="{C702DF0E-544D-4344-A0D1-876CF6E4A16E}" type="pres">
      <dgm:prSet presAssocID="{0DFBFCB7-354E-434C-A3C1-61CF646D5900}" presName="root2" presStyleCnt="0"/>
      <dgm:spPr/>
    </dgm:pt>
    <dgm:pt modelId="{A9DDF0FB-1030-4FAD-A719-DD59FB0FB28E}" type="pres">
      <dgm:prSet presAssocID="{0DFBFCB7-354E-434C-A3C1-61CF646D5900}" presName="LevelTwoTextNode" presStyleLbl="node3" presStyleIdx="3" presStyleCnt="7" custScaleX="147638" custScaleY="150396">
        <dgm:presLayoutVars>
          <dgm:chPref val="3"/>
        </dgm:presLayoutVars>
      </dgm:prSet>
      <dgm:spPr/>
    </dgm:pt>
    <dgm:pt modelId="{50AB4C70-3117-442C-9305-FC3093904F5A}" type="pres">
      <dgm:prSet presAssocID="{0DFBFCB7-354E-434C-A3C1-61CF646D5900}" presName="level3hierChild" presStyleCnt="0"/>
      <dgm:spPr/>
    </dgm:pt>
    <dgm:pt modelId="{886A3D58-0FC4-49C8-B6FD-5512A16E126F}" type="pres">
      <dgm:prSet presAssocID="{546A4E71-1C14-4771-90A0-C0228B11209A}" presName="conn2-1" presStyleLbl="parChTrans1D4" presStyleIdx="6" presStyleCnt="10"/>
      <dgm:spPr/>
    </dgm:pt>
    <dgm:pt modelId="{BBC347EA-BE10-492C-9E4D-27FB393BB1FA}" type="pres">
      <dgm:prSet presAssocID="{546A4E71-1C14-4771-90A0-C0228B11209A}" presName="connTx" presStyleLbl="parChTrans1D4" presStyleIdx="6" presStyleCnt="10"/>
      <dgm:spPr/>
    </dgm:pt>
    <dgm:pt modelId="{18F1DDE0-9E90-42E7-8CC7-12702541039D}" type="pres">
      <dgm:prSet presAssocID="{29DD1876-5670-4822-BDC5-9B679CFD179B}" presName="root2" presStyleCnt="0"/>
      <dgm:spPr/>
    </dgm:pt>
    <dgm:pt modelId="{A40CF01D-2651-41E4-9C3A-41C9991C2369}" type="pres">
      <dgm:prSet presAssocID="{29DD1876-5670-4822-BDC5-9B679CFD179B}" presName="LevelTwoTextNode" presStyleLbl="node4" presStyleIdx="6" presStyleCnt="10">
        <dgm:presLayoutVars>
          <dgm:chPref val="3"/>
        </dgm:presLayoutVars>
      </dgm:prSet>
      <dgm:spPr/>
    </dgm:pt>
    <dgm:pt modelId="{D22864B9-9CDA-417D-B0DA-356DC9F2F54E}" type="pres">
      <dgm:prSet presAssocID="{29DD1876-5670-4822-BDC5-9B679CFD179B}" presName="level3hierChild" presStyleCnt="0"/>
      <dgm:spPr/>
    </dgm:pt>
    <dgm:pt modelId="{C2A4436D-B62F-49DF-A45C-527F2A83EFCE}" type="pres">
      <dgm:prSet presAssocID="{9F475A10-125F-4730-A6F5-C06F8B39DCBD}" presName="conn2-1" presStyleLbl="parChTrans1D2" presStyleIdx="3" presStyleCnt="4"/>
      <dgm:spPr/>
    </dgm:pt>
    <dgm:pt modelId="{C864937A-6EE4-4DA2-98DF-CF42D0DA4F14}" type="pres">
      <dgm:prSet presAssocID="{9F475A10-125F-4730-A6F5-C06F8B39DCBD}" presName="connTx" presStyleLbl="parChTrans1D2" presStyleIdx="3" presStyleCnt="4"/>
      <dgm:spPr/>
    </dgm:pt>
    <dgm:pt modelId="{944614CB-E168-43B6-84C2-CCF2B5C168E6}" type="pres">
      <dgm:prSet presAssocID="{49AED589-3B66-4663-AFF9-792A354B7CDB}" presName="root2" presStyleCnt="0"/>
      <dgm:spPr/>
    </dgm:pt>
    <dgm:pt modelId="{444A8567-0C18-42C8-99CC-11B3E3206B17}" type="pres">
      <dgm:prSet presAssocID="{49AED589-3B66-4663-AFF9-792A354B7CDB}" presName="LevelTwoTextNode" presStyleLbl="node2" presStyleIdx="3" presStyleCnt="4">
        <dgm:presLayoutVars>
          <dgm:chPref val="3"/>
        </dgm:presLayoutVars>
      </dgm:prSet>
      <dgm:spPr/>
    </dgm:pt>
    <dgm:pt modelId="{652EFF57-0720-40E7-AFD6-3FC2E1F8DC0D}" type="pres">
      <dgm:prSet presAssocID="{49AED589-3B66-4663-AFF9-792A354B7CDB}" presName="level3hierChild" presStyleCnt="0"/>
      <dgm:spPr/>
    </dgm:pt>
    <dgm:pt modelId="{0F25A8CB-902C-4252-B18F-95D24327B5F1}" type="pres">
      <dgm:prSet presAssocID="{1ACA48C7-EDFB-4AEF-8EF0-7AD90BFFCFBF}" presName="conn2-1" presStyleLbl="parChTrans1D3" presStyleIdx="4" presStyleCnt="7"/>
      <dgm:spPr/>
    </dgm:pt>
    <dgm:pt modelId="{CCA94D3E-93E7-42B8-BC2E-4B1503E5B235}" type="pres">
      <dgm:prSet presAssocID="{1ACA48C7-EDFB-4AEF-8EF0-7AD90BFFCFBF}" presName="connTx" presStyleLbl="parChTrans1D3" presStyleIdx="4" presStyleCnt="7"/>
      <dgm:spPr/>
    </dgm:pt>
    <dgm:pt modelId="{ADD73BE3-EED6-4372-8A9C-075314058257}" type="pres">
      <dgm:prSet presAssocID="{17B18F81-6C58-4EDB-B237-065743460B8A}" presName="root2" presStyleCnt="0"/>
      <dgm:spPr/>
    </dgm:pt>
    <dgm:pt modelId="{25A14380-1252-4C54-BD55-46D6CE2C2BDF}" type="pres">
      <dgm:prSet presAssocID="{17B18F81-6C58-4EDB-B237-065743460B8A}" presName="LevelTwoTextNode" presStyleLbl="node3" presStyleIdx="4" presStyleCnt="7" custScaleX="115380">
        <dgm:presLayoutVars>
          <dgm:chPref val="3"/>
        </dgm:presLayoutVars>
      </dgm:prSet>
      <dgm:spPr/>
    </dgm:pt>
    <dgm:pt modelId="{6D06F187-2248-4EC3-9ECD-90F2E052D489}" type="pres">
      <dgm:prSet presAssocID="{17B18F81-6C58-4EDB-B237-065743460B8A}" presName="level3hierChild" presStyleCnt="0"/>
      <dgm:spPr/>
    </dgm:pt>
    <dgm:pt modelId="{A4A7C17E-CE12-4B0E-85FE-864A8B516CBE}" type="pres">
      <dgm:prSet presAssocID="{744A5610-1EE7-48E1-8C59-3008CD9FF035}" presName="conn2-1" presStyleLbl="parChTrans1D4" presStyleIdx="7" presStyleCnt="10"/>
      <dgm:spPr/>
    </dgm:pt>
    <dgm:pt modelId="{1DE07529-4A80-406D-B1C8-DB828C361BCE}" type="pres">
      <dgm:prSet presAssocID="{744A5610-1EE7-48E1-8C59-3008CD9FF035}" presName="connTx" presStyleLbl="parChTrans1D4" presStyleIdx="7" presStyleCnt="10"/>
      <dgm:spPr/>
    </dgm:pt>
    <dgm:pt modelId="{066C82D3-4FB1-43D6-927D-101884B46E9B}" type="pres">
      <dgm:prSet presAssocID="{03417942-FDEC-46AB-A95F-B3378A0F6215}" presName="root2" presStyleCnt="0"/>
      <dgm:spPr/>
    </dgm:pt>
    <dgm:pt modelId="{06935953-04C2-4F34-8789-664E2D4A4C74}" type="pres">
      <dgm:prSet presAssocID="{03417942-FDEC-46AB-A95F-B3378A0F6215}" presName="LevelTwoTextNode" presStyleLbl="node4" presStyleIdx="7" presStyleCnt="10" custScaleX="154273" custScaleY="108739">
        <dgm:presLayoutVars>
          <dgm:chPref val="3"/>
        </dgm:presLayoutVars>
      </dgm:prSet>
      <dgm:spPr/>
    </dgm:pt>
    <dgm:pt modelId="{384D41E9-4748-45BC-A9B5-CDB79BC187FD}" type="pres">
      <dgm:prSet presAssocID="{03417942-FDEC-46AB-A95F-B3378A0F6215}" presName="level3hierChild" presStyleCnt="0"/>
      <dgm:spPr/>
    </dgm:pt>
    <dgm:pt modelId="{98DC2E89-3CF4-4736-BD66-524B78BBAACE}" type="pres">
      <dgm:prSet presAssocID="{B28E05C8-1DDE-45FE-913C-95CF411CBB11}" presName="conn2-1" presStyleLbl="parChTrans1D3" presStyleIdx="5" presStyleCnt="7"/>
      <dgm:spPr/>
    </dgm:pt>
    <dgm:pt modelId="{7137300B-24DC-48E1-BCD5-3A0DF935FDB0}" type="pres">
      <dgm:prSet presAssocID="{B28E05C8-1DDE-45FE-913C-95CF411CBB11}" presName="connTx" presStyleLbl="parChTrans1D3" presStyleIdx="5" presStyleCnt="7"/>
      <dgm:spPr/>
    </dgm:pt>
    <dgm:pt modelId="{FFE50E01-BD78-45E8-90EE-7EB5B3D61AD3}" type="pres">
      <dgm:prSet presAssocID="{33865534-B3B7-4C19-892C-2FE777A2E4C8}" presName="root2" presStyleCnt="0"/>
      <dgm:spPr/>
    </dgm:pt>
    <dgm:pt modelId="{B9B803E6-EB5E-4012-BA88-5A95040F9F1A}" type="pres">
      <dgm:prSet presAssocID="{33865534-B3B7-4C19-892C-2FE777A2E4C8}" presName="LevelTwoTextNode" presStyleLbl="node3" presStyleIdx="5" presStyleCnt="7" custScaleX="115454">
        <dgm:presLayoutVars>
          <dgm:chPref val="3"/>
        </dgm:presLayoutVars>
      </dgm:prSet>
      <dgm:spPr/>
    </dgm:pt>
    <dgm:pt modelId="{AF61402F-D96B-42BA-A5B8-639FE8AE7892}" type="pres">
      <dgm:prSet presAssocID="{33865534-B3B7-4C19-892C-2FE777A2E4C8}" presName="level3hierChild" presStyleCnt="0"/>
      <dgm:spPr/>
    </dgm:pt>
    <dgm:pt modelId="{9FD845E8-15F6-4A17-B871-2F4B12F9E2EF}" type="pres">
      <dgm:prSet presAssocID="{41390E43-BF08-4321-BD0C-2749D2296B0A}" presName="conn2-1" presStyleLbl="parChTrans1D4" presStyleIdx="8" presStyleCnt="10"/>
      <dgm:spPr/>
    </dgm:pt>
    <dgm:pt modelId="{3F950F9F-23D6-4EB7-8937-B5FB6E5F8CC0}" type="pres">
      <dgm:prSet presAssocID="{41390E43-BF08-4321-BD0C-2749D2296B0A}" presName="connTx" presStyleLbl="parChTrans1D4" presStyleIdx="8" presStyleCnt="10"/>
      <dgm:spPr/>
    </dgm:pt>
    <dgm:pt modelId="{3D0B7564-8F2A-42F9-9B85-BA0548D62B90}" type="pres">
      <dgm:prSet presAssocID="{1F79ED73-9FD8-44DF-9508-B7CB1503AE5A}" presName="root2" presStyleCnt="0"/>
      <dgm:spPr/>
    </dgm:pt>
    <dgm:pt modelId="{BF099FFD-38D3-4245-B5EC-9A933689A5D4}" type="pres">
      <dgm:prSet presAssocID="{1F79ED73-9FD8-44DF-9508-B7CB1503AE5A}" presName="LevelTwoTextNode" presStyleLbl="node4" presStyleIdx="8" presStyleCnt="10" custScaleX="231799" custScaleY="135746" custLinFactX="32149" custLinFactNeighborX="100000" custLinFactNeighborY="-12263">
        <dgm:presLayoutVars>
          <dgm:chPref val="3"/>
        </dgm:presLayoutVars>
      </dgm:prSet>
      <dgm:spPr/>
    </dgm:pt>
    <dgm:pt modelId="{ABC10132-1CC8-4C78-AD50-20FA94F85D56}" type="pres">
      <dgm:prSet presAssocID="{1F79ED73-9FD8-44DF-9508-B7CB1503AE5A}" presName="level3hierChild" presStyleCnt="0"/>
      <dgm:spPr/>
    </dgm:pt>
    <dgm:pt modelId="{621AA15D-B026-401A-922F-4EC60A808DFF}" type="pres">
      <dgm:prSet presAssocID="{40252BAC-0925-4CD0-9DE3-25AB550F3F50}" presName="conn2-1" presStyleLbl="parChTrans1D3" presStyleIdx="6" presStyleCnt="7"/>
      <dgm:spPr/>
    </dgm:pt>
    <dgm:pt modelId="{EFF41F1D-3E32-4702-AE46-FAB8D03513B9}" type="pres">
      <dgm:prSet presAssocID="{40252BAC-0925-4CD0-9DE3-25AB550F3F50}" presName="connTx" presStyleLbl="parChTrans1D3" presStyleIdx="6" presStyleCnt="7"/>
      <dgm:spPr/>
    </dgm:pt>
    <dgm:pt modelId="{76AA0153-BAF3-4616-B90F-F790587AD5C2}" type="pres">
      <dgm:prSet presAssocID="{7DFFE928-CEEC-461F-A5E0-78952BB7B703}" presName="root2" presStyleCnt="0"/>
      <dgm:spPr/>
    </dgm:pt>
    <dgm:pt modelId="{4000A7EA-77C8-437C-AECA-14574FEA3589}" type="pres">
      <dgm:prSet presAssocID="{7DFFE928-CEEC-461F-A5E0-78952BB7B703}" presName="LevelTwoTextNode" presStyleLbl="node3" presStyleIdx="6" presStyleCnt="7" custScaleX="113201" custLinFactNeighborX="1964" custLinFactNeighborY="75">
        <dgm:presLayoutVars>
          <dgm:chPref val="3"/>
        </dgm:presLayoutVars>
      </dgm:prSet>
      <dgm:spPr/>
    </dgm:pt>
    <dgm:pt modelId="{8F525CB0-3CF6-4C02-BB50-9B665835ECE8}" type="pres">
      <dgm:prSet presAssocID="{7DFFE928-CEEC-461F-A5E0-78952BB7B703}" presName="level3hierChild" presStyleCnt="0"/>
      <dgm:spPr/>
    </dgm:pt>
    <dgm:pt modelId="{58ECC65E-E805-48A9-A0BE-A0A5D699B95D}" type="pres">
      <dgm:prSet presAssocID="{7D2082EF-351E-4AED-A31C-C88B32683EA8}" presName="conn2-1" presStyleLbl="parChTrans1D4" presStyleIdx="9" presStyleCnt="10"/>
      <dgm:spPr/>
    </dgm:pt>
    <dgm:pt modelId="{3C369C3C-5F28-4D74-B6E9-1CA000F3D412}" type="pres">
      <dgm:prSet presAssocID="{7D2082EF-351E-4AED-A31C-C88B32683EA8}" presName="connTx" presStyleLbl="parChTrans1D4" presStyleIdx="9" presStyleCnt="10"/>
      <dgm:spPr/>
    </dgm:pt>
    <dgm:pt modelId="{7290FD58-EB40-4D52-B658-CB9613668623}" type="pres">
      <dgm:prSet presAssocID="{CFC9319A-D9FB-4929-B45F-5FCD6C4F5DE4}" presName="root2" presStyleCnt="0"/>
      <dgm:spPr/>
    </dgm:pt>
    <dgm:pt modelId="{5247E833-1411-445A-ADBA-B8CA997AEA37}" type="pres">
      <dgm:prSet presAssocID="{CFC9319A-D9FB-4929-B45F-5FCD6C4F5DE4}" presName="LevelTwoTextNode" presStyleLbl="node4" presStyleIdx="9" presStyleCnt="10" custScaleX="203847" custScaleY="132454" custLinFactNeighborX="-10591" custLinFactNeighborY="-15686">
        <dgm:presLayoutVars>
          <dgm:chPref val="3"/>
        </dgm:presLayoutVars>
      </dgm:prSet>
      <dgm:spPr/>
    </dgm:pt>
    <dgm:pt modelId="{57FA5F36-B8A6-4A8F-948E-B83976464F6C}" type="pres">
      <dgm:prSet presAssocID="{CFC9319A-D9FB-4929-B45F-5FCD6C4F5DE4}" presName="level3hierChild" presStyleCnt="0"/>
      <dgm:spPr/>
    </dgm:pt>
  </dgm:ptLst>
  <dgm:cxnLst>
    <dgm:cxn modelId="{C4CFEF07-EBFB-42CB-83B2-7311B4E765F2}" type="presOf" srcId="{6D65CD5F-3D44-4BCA-94A3-988538399E52}" destId="{40D47F3C-B27F-4CBB-A70D-F4DDC6AD9ABD}" srcOrd="0" destOrd="0" presId="urn:microsoft.com/office/officeart/2005/8/layout/hierarchy2"/>
    <dgm:cxn modelId="{F5EA1F0A-D7E7-4203-AD59-EB130CC15BA4}" srcId="{F49C32BB-D550-4DE3-8A99-7EFDF5D81DAF}" destId="{49AED589-3B66-4663-AFF9-792A354B7CDB}" srcOrd="3" destOrd="0" parTransId="{9F475A10-125F-4730-A6F5-C06F8B39DCBD}" sibTransId="{641E7A7B-63D7-4102-82BD-49C8EA1422FD}"/>
    <dgm:cxn modelId="{941B390C-2CC3-4C45-B8DE-324837AC7171}" type="presOf" srcId="{41390E43-BF08-4321-BD0C-2749D2296B0A}" destId="{9FD845E8-15F6-4A17-B871-2F4B12F9E2EF}" srcOrd="0" destOrd="0" presId="urn:microsoft.com/office/officeart/2005/8/layout/hierarchy2"/>
    <dgm:cxn modelId="{6D15BE10-6E23-4D87-9845-D58DAC89398C}" type="presOf" srcId="{65245455-7FC9-4883-A870-F8CAEE30BE12}" destId="{17A10860-9822-45E7-B5F0-E13073F22A0A}" srcOrd="0" destOrd="0" presId="urn:microsoft.com/office/officeart/2005/8/layout/hierarchy2"/>
    <dgm:cxn modelId="{D1FA9112-49B6-4949-835A-B79849D9C939}" srcId="{0DFBFCB7-354E-434C-A3C1-61CF646D5900}" destId="{29DD1876-5670-4822-BDC5-9B679CFD179B}" srcOrd="0" destOrd="0" parTransId="{546A4E71-1C14-4771-90A0-C0228B11209A}" sibTransId="{178607E7-912B-43B1-9F82-4862A54E090A}"/>
    <dgm:cxn modelId="{9CDF6A16-6D66-4298-A8BF-EA942F8F45C4}" type="presOf" srcId="{FDAA372B-AE68-4832-8D00-1BF843328813}" destId="{DF8FE6BB-AB4B-43F0-BDB6-FC79FC52BB00}" srcOrd="0" destOrd="0" presId="urn:microsoft.com/office/officeart/2005/8/layout/hierarchy2"/>
    <dgm:cxn modelId="{23E4D519-CF7A-43E4-86AE-81E9CAC47EAA}" type="presOf" srcId="{AFE04D6F-A287-4655-B1DD-7CEF9DEAEE8B}" destId="{711182BC-8ABC-4CEC-AB83-06D136A8014E}" srcOrd="0" destOrd="0" presId="urn:microsoft.com/office/officeart/2005/8/layout/hierarchy2"/>
    <dgm:cxn modelId="{17C5421E-BCA2-4D46-8E71-25B1E5C465EE}" srcId="{75109557-4859-4D47-88C3-2BDF45F79634}" destId="{FDAA372B-AE68-4832-8D00-1BF843328813}" srcOrd="0" destOrd="0" parTransId="{85E87370-D7B9-4683-9637-E2563A7C6A51}" sibTransId="{C6B424F4-2DEA-45D5-9BA8-7FEC160EE5C4}"/>
    <dgm:cxn modelId="{8B9DD41E-B5B5-4804-B20A-241D6D75D4E6}" type="presOf" srcId="{A1BF8C18-8F39-4B0A-8681-EBAB5065E34A}" destId="{06EF7FEC-A7A0-47F2-90E5-BAC47C28B0DE}" srcOrd="1" destOrd="0" presId="urn:microsoft.com/office/officeart/2005/8/layout/hierarchy2"/>
    <dgm:cxn modelId="{38438D1F-08AE-4C73-97A6-B1C0797A371D}" type="presOf" srcId="{16B28B66-C697-49EE-8701-B5582D23B33D}" destId="{EB6FA7CE-6FB6-40E5-967C-66760673619D}" srcOrd="1" destOrd="0" presId="urn:microsoft.com/office/officeart/2005/8/layout/hierarchy2"/>
    <dgm:cxn modelId="{B620F721-C829-44AC-83D9-4CC582507C12}" srcId="{55C3E0F5-C61B-497E-B579-B9F1563AE547}" destId="{491C0FDC-4DDF-49E5-BF90-8FA9218A7F66}" srcOrd="0" destOrd="0" parTransId="{16B28B66-C697-49EE-8701-B5582D23B33D}" sibTransId="{9187A385-5703-4119-9668-B3CA301D4EBD}"/>
    <dgm:cxn modelId="{E27BBC26-70CB-4A19-A0F4-37A251D982A1}" type="presOf" srcId="{0DFBFCB7-354E-434C-A3C1-61CF646D5900}" destId="{A9DDF0FB-1030-4FAD-A719-DD59FB0FB28E}" srcOrd="0" destOrd="0" presId="urn:microsoft.com/office/officeart/2005/8/layout/hierarchy2"/>
    <dgm:cxn modelId="{0E670B28-BB4C-45EE-B778-5DA4C339807A}" type="presOf" srcId="{6D65CD5F-3D44-4BCA-94A3-988538399E52}" destId="{6D6A5EBB-D099-49D8-AD9D-362E13F18E89}" srcOrd="1" destOrd="0" presId="urn:microsoft.com/office/officeart/2005/8/layout/hierarchy2"/>
    <dgm:cxn modelId="{CC4F082B-AF4D-440D-A8AB-640C9D6F5837}" type="presOf" srcId="{17B18F81-6C58-4EDB-B237-065743460B8A}" destId="{25A14380-1252-4C54-BD55-46D6CE2C2BDF}" srcOrd="0" destOrd="0" presId="urn:microsoft.com/office/officeart/2005/8/layout/hierarchy2"/>
    <dgm:cxn modelId="{1A282631-6209-40DA-8D29-3B876AB4AE15}" srcId="{491C0FDC-4DDF-49E5-BF90-8FA9218A7F66}" destId="{5342F405-D4BA-4B0D-BCA4-66291C0E5FE2}" srcOrd="0" destOrd="0" parTransId="{0D641935-B8BB-465C-B113-106CE612383C}" sibTransId="{8EC951B4-83BD-4AC6-ADEE-F992B508F029}"/>
    <dgm:cxn modelId="{BF4DD232-C062-4104-879B-200BCC9CF87A}" type="presOf" srcId="{1ACA48C7-EDFB-4AEF-8EF0-7AD90BFFCFBF}" destId="{CCA94D3E-93E7-42B8-BC2E-4B1503E5B235}" srcOrd="1" destOrd="0" presId="urn:microsoft.com/office/officeart/2005/8/layout/hierarchy2"/>
    <dgm:cxn modelId="{0DA0DE32-9A54-48F9-93C3-B8B42DF1A397}" srcId="{F0D1BD04-27B4-4BC4-AF39-C059C3200652}" destId="{0DFBFCB7-354E-434C-A3C1-61CF646D5900}" srcOrd="0" destOrd="0" parTransId="{A1BF8C18-8F39-4B0A-8681-EBAB5065E34A}" sibTransId="{FC094195-F452-46FB-838B-A95B563E413A}"/>
    <dgm:cxn modelId="{51603733-E336-4D4A-A368-8DA2EBBEB62C}" type="presOf" srcId="{0D641935-B8BB-465C-B113-106CE612383C}" destId="{91256440-8044-4D74-A0C0-A3A65FDAC66D}" srcOrd="0" destOrd="0" presId="urn:microsoft.com/office/officeart/2005/8/layout/hierarchy2"/>
    <dgm:cxn modelId="{67F34F36-7BA4-4FA5-A39F-9BD6E02903E2}" type="presOf" srcId="{5342F405-D4BA-4B0D-BCA4-66291C0E5FE2}" destId="{BE50EB23-A3FE-468F-832C-DDFF4AD7BDC1}" srcOrd="0" destOrd="0" presId="urn:microsoft.com/office/officeart/2005/8/layout/hierarchy2"/>
    <dgm:cxn modelId="{5DD5C839-C145-438F-A5DB-8F91BAD66D2F}" type="presOf" srcId="{92B70AC4-8FD5-41EE-ACA8-8283BFDD39C7}" destId="{2B25E91C-AA78-4A14-AB97-9C6DB3A6D4F2}" srcOrd="0" destOrd="0" presId="urn:microsoft.com/office/officeart/2005/8/layout/hierarchy2"/>
    <dgm:cxn modelId="{F18C043A-3264-4224-81D3-5CCC3CC3FE77}" type="presOf" srcId="{66626471-EDF3-4CC2-BB02-521CF4C37317}" destId="{2BF94CB4-C163-4264-B009-B3D00E61F7C0}" srcOrd="0" destOrd="0" presId="urn:microsoft.com/office/officeart/2005/8/layout/hierarchy2"/>
    <dgm:cxn modelId="{47A06D3B-57B1-469F-965E-7543EE635D2C}" type="presOf" srcId="{5217F3C6-6528-4A24-B756-F2ADE048E10E}" destId="{4D0E3FBB-3121-4E90-9922-07E3F9364296}" srcOrd="0" destOrd="0" presId="urn:microsoft.com/office/officeart/2005/8/layout/hierarchy2"/>
    <dgm:cxn modelId="{74A95D3C-5C39-4C24-9A4A-BE6704D76F5A}" type="presOf" srcId="{1ACA48C7-EDFB-4AEF-8EF0-7AD90BFFCFBF}" destId="{0F25A8CB-902C-4252-B18F-95D24327B5F1}" srcOrd="0" destOrd="0" presId="urn:microsoft.com/office/officeart/2005/8/layout/hierarchy2"/>
    <dgm:cxn modelId="{3844943E-7628-4F69-B850-C65A158ECDCD}" srcId="{49AED589-3B66-4663-AFF9-792A354B7CDB}" destId="{33865534-B3B7-4C19-892C-2FE777A2E4C8}" srcOrd="1" destOrd="0" parTransId="{B28E05C8-1DDE-45FE-913C-95CF411CBB11}" sibTransId="{48FC0545-30B5-4D69-BF97-A1DF5262CEC7}"/>
    <dgm:cxn modelId="{96CE1A5E-CFF1-484B-AEA5-4879ED2D6A5A}" srcId="{49AED589-3B66-4663-AFF9-792A354B7CDB}" destId="{17B18F81-6C58-4EDB-B237-065743460B8A}" srcOrd="0" destOrd="0" parTransId="{1ACA48C7-EDFB-4AEF-8EF0-7AD90BFFCFBF}" sibTransId="{CDD9E9ED-50E0-417D-9CF2-48B9DE4BC397}"/>
    <dgm:cxn modelId="{28E55A5F-20A8-4F8F-A75C-9A68D2F75330}" type="presOf" srcId="{9F475A10-125F-4730-A6F5-C06F8B39DCBD}" destId="{C2A4436D-B62F-49DF-A45C-527F2A83EFCE}" srcOrd="0" destOrd="0" presId="urn:microsoft.com/office/officeart/2005/8/layout/hierarchy2"/>
    <dgm:cxn modelId="{CC957660-534A-4913-8AF9-7DE139955747}" type="presOf" srcId="{F0D1BD04-27B4-4BC4-AF39-C059C3200652}" destId="{1A988EB6-2DAD-41F7-9818-E61CF8CC7460}" srcOrd="0" destOrd="0" presId="urn:microsoft.com/office/officeart/2005/8/layout/hierarchy2"/>
    <dgm:cxn modelId="{580CB442-33BB-4279-8CB3-E32AC8C94D09}" srcId="{7DFFE928-CEEC-461F-A5E0-78952BB7B703}" destId="{CFC9319A-D9FB-4929-B45F-5FCD6C4F5DE4}" srcOrd="0" destOrd="0" parTransId="{7D2082EF-351E-4AED-A31C-C88B32683EA8}" sibTransId="{D3A786DE-B891-433A-AAB0-C1EDCFAC2D02}"/>
    <dgm:cxn modelId="{25F7B245-1F07-4265-A46B-4A92C8CC99C5}" type="presOf" srcId="{B3B74A23-8659-4E41-8DB3-02C39DFF845C}" destId="{290744AD-CFB2-495D-9BF9-29B0C5118452}" srcOrd="0" destOrd="0" presId="urn:microsoft.com/office/officeart/2005/8/layout/hierarchy2"/>
    <dgm:cxn modelId="{835AE745-37B8-4C5F-9899-5EA4F37E81D9}" type="presOf" srcId="{CD91D089-723A-4EB9-9D3E-B489A020E512}" destId="{8FDAD9B0-FFCF-4D9A-8BEC-0747D0C18EF4}" srcOrd="1" destOrd="0" presId="urn:microsoft.com/office/officeart/2005/8/layout/hierarchy2"/>
    <dgm:cxn modelId="{79B7D949-662D-4024-B1C5-C45E3011C940}" type="presOf" srcId="{A1BF8C18-8F39-4B0A-8681-EBAB5065E34A}" destId="{1FE4415C-1CC2-4A78-B9BC-E29962EB88C7}" srcOrd="0" destOrd="0" presId="urn:microsoft.com/office/officeart/2005/8/layout/hierarchy2"/>
    <dgm:cxn modelId="{F0DAAB4A-C8C5-4812-A57C-E8C9FA39ECF5}" type="presOf" srcId="{B28E05C8-1DDE-45FE-913C-95CF411CBB11}" destId="{98DC2E89-3CF4-4736-BD66-524B78BBAACE}" srcOrd="0" destOrd="0" presId="urn:microsoft.com/office/officeart/2005/8/layout/hierarchy2"/>
    <dgm:cxn modelId="{E40F8C4B-ADD0-436A-BA61-E297F610669B}" srcId="{C15F2F83-194D-4E97-B326-657798CBE91C}" destId="{75109557-4859-4D47-88C3-2BDF45F79634}" srcOrd="0" destOrd="0" parTransId="{CD91D089-723A-4EB9-9D3E-B489A020E512}" sibTransId="{00143DEB-2538-4CB8-AE0C-F176D546791D}"/>
    <dgm:cxn modelId="{67D2DC4C-1103-4543-A040-5F3C90C4CE82}" type="presOf" srcId="{3ACF42F6-2CC1-4973-9B6A-F5DED9883F55}" destId="{4C05174C-35A5-4245-8C7A-D1CF4C392A07}" srcOrd="1" destOrd="0" presId="urn:microsoft.com/office/officeart/2005/8/layout/hierarchy2"/>
    <dgm:cxn modelId="{372E0D4F-750C-4ACF-800E-DD645F0F033C}" srcId="{F49C32BB-D550-4DE3-8A99-7EFDF5D81DAF}" destId="{5217F3C6-6528-4A24-B756-F2ADE048E10E}" srcOrd="0" destOrd="0" parTransId="{3ACF42F6-2CC1-4973-9B6A-F5DED9883F55}" sibTransId="{F2222950-B0FE-4FC3-A919-EEED4CDCA8A4}"/>
    <dgm:cxn modelId="{9F8ACC4F-5877-45CF-9340-AC060FDE393D}" type="presOf" srcId="{B28E05C8-1DDE-45FE-913C-95CF411CBB11}" destId="{7137300B-24DC-48E1-BCD5-3A0DF935FDB0}" srcOrd="1" destOrd="0" presId="urn:microsoft.com/office/officeart/2005/8/layout/hierarchy2"/>
    <dgm:cxn modelId="{40F77F51-6323-46B0-9329-20A108DD849F}" type="presOf" srcId="{55C3E0F5-C61B-497E-B579-B9F1563AE547}" destId="{B35A0D83-92D0-4DDB-97A8-873152350A74}" srcOrd="0" destOrd="0" presId="urn:microsoft.com/office/officeart/2005/8/layout/hierarchy2"/>
    <dgm:cxn modelId="{5B3B0A52-F0CB-4B17-A9E0-2A1549AB047E}" type="presOf" srcId="{75109557-4859-4D47-88C3-2BDF45F79634}" destId="{C836A406-03ED-49D6-8A40-C743F1693861}" srcOrd="0" destOrd="0" presId="urn:microsoft.com/office/officeart/2005/8/layout/hierarchy2"/>
    <dgm:cxn modelId="{3F194A52-3707-40EF-BD79-620E179E8375}" type="presOf" srcId="{546A4E71-1C14-4771-90A0-C0228B11209A}" destId="{886A3D58-0FC4-49C8-B6FD-5512A16E126F}" srcOrd="0" destOrd="0" presId="urn:microsoft.com/office/officeart/2005/8/layout/hierarchy2"/>
    <dgm:cxn modelId="{C8D88A59-85E2-4726-804D-A7B4FFDB97C2}" type="presOf" srcId="{16B28B66-C697-49EE-8701-B5582D23B33D}" destId="{0B39B48A-ECAA-4991-B915-5469C249A392}" srcOrd="0" destOrd="0" presId="urn:microsoft.com/office/officeart/2005/8/layout/hierarchy2"/>
    <dgm:cxn modelId="{EFFF727D-D1D4-4B71-8083-3FAEFA062599}" type="presOf" srcId="{7D2082EF-351E-4AED-A31C-C88B32683EA8}" destId="{3C369C3C-5F28-4D74-B6E9-1CA000F3D412}" srcOrd="1" destOrd="0" presId="urn:microsoft.com/office/officeart/2005/8/layout/hierarchy2"/>
    <dgm:cxn modelId="{41F3AC7E-A931-43D4-AB58-8457A55908C3}" type="presOf" srcId="{49AED589-3B66-4663-AFF9-792A354B7CDB}" destId="{444A8567-0C18-42C8-99CC-11B3E3206B17}" srcOrd="0" destOrd="0" presId="urn:microsoft.com/office/officeart/2005/8/layout/hierarchy2"/>
    <dgm:cxn modelId="{D872987F-C66B-468C-849F-6F6788AAB5AB}" type="presOf" srcId="{B3B74A23-8659-4E41-8DB3-02C39DFF845C}" destId="{337C9240-2133-4048-9DD2-4910B62CB198}" srcOrd="1" destOrd="0" presId="urn:microsoft.com/office/officeart/2005/8/layout/hierarchy2"/>
    <dgm:cxn modelId="{6DB10282-4E5D-4821-8087-3C2461455C79}" type="presOf" srcId="{AFE04D6F-A287-4655-B1DD-7CEF9DEAEE8B}" destId="{AFBCED84-8B4E-437E-9BD7-124708471AB3}" srcOrd="1" destOrd="0" presId="urn:microsoft.com/office/officeart/2005/8/layout/hierarchy2"/>
    <dgm:cxn modelId="{6BF34E87-2D5F-443A-909A-E0CE64AE0E7B}" type="presOf" srcId="{744A5610-1EE7-48E1-8C59-3008CD9FF035}" destId="{1DE07529-4A80-406D-B1C8-DB828C361BCE}" srcOrd="1" destOrd="0" presId="urn:microsoft.com/office/officeart/2005/8/layout/hierarchy2"/>
    <dgm:cxn modelId="{E69D2089-AC9D-4C39-96B2-9758724CA33B}" type="presOf" srcId="{C15F2F83-194D-4E97-B326-657798CBE91C}" destId="{2A104267-E7DE-4665-A525-D6E0AD43524B}" srcOrd="0" destOrd="0" presId="urn:microsoft.com/office/officeart/2005/8/layout/hierarchy2"/>
    <dgm:cxn modelId="{8E96C58A-D186-4E95-A3CA-0AA8FF7E0F7D}" type="presOf" srcId="{0D641935-B8BB-465C-B113-106CE612383C}" destId="{E1EDF96D-7032-4098-89AB-7FE6D87DCDBE}" srcOrd="1" destOrd="0" presId="urn:microsoft.com/office/officeart/2005/8/layout/hierarchy2"/>
    <dgm:cxn modelId="{26CB758B-F8B9-4577-B50B-92003B46E246}" type="presOf" srcId="{F49C32BB-D550-4DE3-8A99-7EFDF5D81DAF}" destId="{AFE23E4C-C68B-4C71-A338-78B651544936}" srcOrd="0" destOrd="0" presId="urn:microsoft.com/office/officeart/2005/8/layout/hierarchy2"/>
    <dgm:cxn modelId="{662E0C91-96BD-4EF1-BE93-9857690258DC}" type="presOf" srcId="{744A5610-1EE7-48E1-8C59-3008CD9FF035}" destId="{A4A7C17E-CE12-4B0E-85FE-864A8B516CBE}" srcOrd="0" destOrd="0" presId="urn:microsoft.com/office/officeart/2005/8/layout/hierarchy2"/>
    <dgm:cxn modelId="{68A6BC91-6113-4DB1-9289-C0BD5A896B3C}" type="presOf" srcId="{40252BAC-0925-4CD0-9DE3-25AB550F3F50}" destId="{EFF41F1D-3E32-4702-AE46-FAB8D03513B9}" srcOrd="1" destOrd="0" presId="urn:microsoft.com/office/officeart/2005/8/layout/hierarchy2"/>
    <dgm:cxn modelId="{270F7F9F-E73B-4FAA-9993-6262CE5541F1}" type="presOf" srcId="{74A29EE2-E88B-4046-A889-D37FC91311A4}" destId="{B4E69EB3-A306-4B34-B2D8-884580E92A73}" srcOrd="1" destOrd="0" presId="urn:microsoft.com/office/officeart/2005/8/layout/hierarchy2"/>
    <dgm:cxn modelId="{6B04BDA0-AE6B-4B0C-A508-A35A8944704E}" type="presOf" srcId="{40252BAC-0925-4CD0-9DE3-25AB550F3F50}" destId="{621AA15D-B026-401A-922F-4EC60A808DFF}" srcOrd="0" destOrd="0" presId="urn:microsoft.com/office/officeart/2005/8/layout/hierarchy2"/>
    <dgm:cxn modelId="{50D264A4-BA5E-49F7-8FEB-97F64B34450F}" srcId="{55C3E0F5-C61B-497E-B579-B9F1563AE547}" destId="{C15F2F83-194D-4E97-B326-657798CBE91C}" srcOrd="1" destOrd="0" parTransId="{92B70AC4-8FD5-41EE-ACA8-8283BFDD39C7}" sibTransId="{91B55301-0378-46BE-94EF-57BDAFB78D1C}"/>
    <dgm:cxn modelId="{B7E426A5-5FEB-4C8A-A005-22751E30FA4C}" type="presOf" srcId="{74A29EE2-E88B-4046-A889-D37FC91311A4}" destId="{80A62B89-69A4-4C01-B862-6FDCAF152D77}" srcOrd="0" destOrd="0" presId="urn:microsoft.com/office/officeart/2005/8/layout/hierarchy2"/>
    <dgm:cxn modelId="{74426EA9-109B-491A-AABC-87271CB7FD2F}" srcId="{17B18F81-6C58-4EDB-B237-065743460B8A}" destId="{03417942-FDEC-46AB-A95F-B3378A0F6215}" srcOrd="0" destOrd="0" parTransId="{744A5610-1EE7-48E1-8C59-3008CD9FF035}" sibTransId="{3EA95ACC-A7DC-4FD6-A7E6-27636E04C3ED}"/>
    <dgm:cxn modelId="{77012CAD-E8AE-4796-A9FE-13E5BE781462}" type="presOf" srcId="{7D2082EF-351E-4AED-A31C-C88B32683EA8}" destId="{58ECC65E-E805-48A9-A0BE-A0A5D699B95D}" srcOrd="0" destOrd="0" presId="urn:microsoft.com/office/officeart/2005/8/layout/hierarchy2"/>
    <dgm:cxn modelId="{7857F3AE-D008-4906-8722-AAB63F68B9CB}" type="presOf" srcId="{33865534-B3B7-4C19-892C-2FE777A2E4C8}" destId="{B9B803E6-EB5E-4012-BA88-5A95040F9F1A}" srcOrd="0" destOrd="0" presId="urn:microsoft.com/office/officeart/2005/8/layout/hierarchy2"/>
    <dgm:cxn modelId="{8EF7E8B0-6916-4D58-B8EA-C90D72A6823F}" type="presOf" srcId="{25329738-B57E-4D5B-8487-BC73CF24C75C}" destId="{F050AE1C-F9C8-49D9-9444-2D9E7938E112}" srcOrd="0" destOrd="0" presId="urn:microsoft.com/office/officeart/2005/8/layout/hierarchy2"/>
    <dgm:cxn modelId="{C515E9B2-E91B-4EFB-8755-33EFA90AF135}" type="presOf" srcId="{546A4E71-1C14-4771-90A0-C0228B11209A}" destId="{BBC347EA-BE10-492C-9E4D-27FB393BB1FA}" srcOrd="1" destOrd="0" presId="urn:microsoft.com/office/officeart/2005/8/layout/hierarchy2"/>
    <dgm:cxn modelId="{058B09B8-9CFD-4994-B0D3-46F316F5CD1D}" type="presOf" srcId="{7DFFE928-CEEC-461F-A5E0-78952BB7B703}" destId="{4000A7EA-77C8-437C-AECA-14574FEA3589}" srcOrd="0" destOrd="0" presId="urn:microsoft.com/office/officeart/2005/8/layout/hierarchy2"/>
    <dgm:cxn modelId="{2B8394BF-9E47-4011-8290-24BA9ECCFD91}" type="presOf" srcId="{9F475A10-125F-4730-A6F5-C06F8B39DCBD}" destId="{C864937A-6EE4-4DA2-98DF-CF42D0DA4F14}" srcOrd="1" destOrd="0" presId="urn:microsoft.com/office/officeart/2005/8/layout/hierarchy2"/>
    <dgm:cxn modelId="{F1EA37C1-9BF9-419C-B0AA-9A503D3F5A91}" type="presOf" srcId="{03417942-FDEC-46AB-A95F-B3378A0F6215}" destId="{06935953-04C2-4F34-8789-664E2D4A4C74}" srcOrd="0" destOrd="0" presId="urn:microsoft.com/office/officeart/2005/8/layout/hierarchy2"/>
    <dgm:cxn modelId="{00E100C4-4339-4BE2-8DC0-DB044E3E5275}" srcId="{33865534-B3B7-4C19-892C-2FE777A2E4C8}" destId="{1F79ED73-9FD8-44DF-9508-B7CB1503AE5A}" srcOrd="0" destOrd="0" parTransId="{41390E43-BF08-4321-BD0C-2749D2296B0A}" sibTransId="{63365454-0300-4C82-9275-D1D171C9F08D}"/>
    <dgm:cxn modelId="{743644C7-0702-427C-8526-F4CBBE2CB10C}" srcId="{F49C32BB-D550-4DE3-8A99-7EFDF5D81DAF}" destId="{F0D1BD04-27B4-4BC4-AF39-C059C3200652}" srcOrd="2" destOrd="0" parTransId="{66626471-EDF3-4CC2-BB02-521CF4C37317}" sibTransId="{F79AEEC9-221C-4E2F-848A-11B04FB0AD1F}"/>
    <dgm:cxn modelId="{59D912C8-E108-481C-A6C8-18E50087A0D2}" type="presOf" srcId="{CD91D089-723A-4EB9-9D3E-B489A020E512}" destId="{35387BDE-3993-4B07-B94A-8D6FE4C24B63}" srcOrd="0" destOrd="0" presId="urn:microsoft.com/office/officeart/2005/8/layout/hierarchy2"/>
    <dgm:cxn modelId="{C50008CA-0826-4B29-8FB4-478DCA8C69F7}" type="presOf" srcId="{29DD1876-5670-4822-BDC5-9B679CFD179B}" destId="{A40CF01D-2651-41E4-9C3A-41C9991C2369}" srcOrd="0" destOrd="0" presId="urn:microsoft.com/office/officeart/2005/8/layout/hierarchy2"/>
    <dgm:cxn modelId="{688FBFCC-B096-48AB-8CA5-1A7CCE41CDA4}" type="presOf" srcId="{BBA2829E-5DA0-4CEC-8952-77DF103A05EB}" destId="{B75B663D-125E-4134-80F4-440A73512B5B}" srcOrd="0" destOrd="0" presId="urn:microsoft.com/office/officeart/2005/8/layout/hierarchy2"/>
    <dgm:cxn modelId="{88383BD0-5071-42A4-AB98-4058525E53CC}" type="presOf" srcId="{1F79ED73-9FD8-44DF-9508-B7CB1503AE5A}" destId="{BF099FFD-38D3-4245-B5EC-9A933689A5D4}" srcOrd="0" destOrd="0" presId="urn:microsoft.com/office/officeart/2005/8/layout/hierarchy2"/>
    <dgm:cxn modelId="{CA7F69D3-8004-4764-99C3-A593A21032D1}" type="presOf" srcId="{85E87370-D7B9-4683-9637-E2563A7C6A51}" destId="{E573DE42-602C-4D09-9553-2500CF713F63}" srcOrd="1" destOrd="0" presId="urn:microsoft.com/office/officeart/2005/8/layout/hierarchy2"/>
    <dgm:cxn modelId="{47ADADD5-1B04-4EBA-9669-858DC5C6DA27}" srcId="{5342F405-D4BA-4B0D-BCA4-66291C0E5FE2}" destId="{1C515689-6C1B-4031-B3D7-0DFC8E719C90}" srcOrd="0" destOrd="0" parTransId="{65245455-7FC9-4883-A870-F8CAEE30BE12}" sibTransId="{EF2E1555-FA9E-40D6-AED0-1724F9203BAC}"/>
    <dgm:cxn modelId="{8AA0F8DC-A45D-43DC-93A1-4C40019B299D}" type="presOf" srcId="{85E87370-D7B9-4683-9637-E2563A7C6A51}" destId="{8B8A3D86-0107-488E-B23C-A96E71791C7E}" srcOrd="0" destOrd="0" presId="urn:microsoft.com/office/officeart/2005/8/layout/hierarchy2"/>
    <dgm:cxn modelId="{DB8741E0-3FAB-44F9-AF3D-EBAE6AD8ECE6}" type="presOf" srcId="{1C515689-6C1B-4031-B3D7-0DFC8E719C90}" destId="{BA0268E3-C9F6-403C-947D-FA6C7DCC50D9}" srcOrd="0" destOrd="0" presId="urn:microsoft.com/office/officeart/2005/8/layout/hierarchy2"/>
    <dgm:cxn modelId="{574E7EE1-C80F-40E4-BFD5-CB1522324F71}" type="presOf" srcId="{3ACF42F6-2CC1-4973-9B6A-F5DED9883F55}" destId="{3AEFCCAC-2AB8-408D-8F40-0A6897725634}" srcOrd="0" destOrd="0" presId="urn:microsoft.com/office/officeart/2005/8/layout/hierarchy2"/>
    <dgm:cxn modelId="{5DF6AAE2-0F71-4A72-952F-E9E5E9763F95}" srcId="{BBA2829E-5DA0-4CEC-8952-77DF103A05EB}" destId="{85D94F84-1CC3-4D36-82CE-7956618AE154}" srcOrd="0" destOrd="0" parTransId="{6D65CD5F-3D44-4BCA-94A3-988538399E52}" sibTransId="{68BE17C9-C5B8-41FB-979D-4B62A25C5DB9}"/>
    <dgm:cxn modelId="{7A9D81E3-C364-4B4E-AA61-73C21B7AF08B}" type="presOf" srcId="{66626471-EDF3-4CC2-BB02-521CF4C37317}" destId="{2CA3FDC0-AF00-45CB-B5E3-646FB8820BAA}" srcOrd="1" destOrd="0" presId="urn:microsoft.com/office/officeart/2005/8/layout/hierarchy2"/>
    <dgm:cxn modelId="{65AA82E3-521F-4AE1-8F0B-8B9C2C4E7A5C}" srcId="{F49C32BB-D550-4DE3-8A99-7EFDF5D81DAF}" destId="{55C3E0F5-C61B-497E-B579-B9F1563AE547}" srcOrd="1" destOrd="0" parTransId="{B3B74A23-8659-4E41-8DB3-02C39DFF845C}" sibTransId="{DF180ABE-0551-4757-B62F-B28EE81452A9}"/>
    <dgm:cxn modelId="{A0F59CE8-0F97-467E-B232-085182299C9B}" type="presOf" srcId="{41390E43-BF08-4321-BD0C-2749D2296B0A}" destId="{3F950F9F-23D6-4EB7-8937-B5FB6E5F8CC0}" srcOrd="1" destOrd="0" presId="urn:microsoft.com/office/officeart/2005/8/layout/hierarchy2"/>
    <dgm:cxn modelId="{A6334BE9-4219-422F-B152-5A9E752402F1}" type="presOf" srcId="{85D94F84-1CC3-4D36-82CE-7956618AE154}" destId="{1C980D39-9945-4B68-A7FA-107F8ECE4DDD}" srcOrd="0" destOrd="0" presId="urn:microsoft.com/office/officeart/2005/8/layout/hierarchy2"/>
    <dgm:cxn modelId="{9BD27EEA-1F58-4139-8326-7909EC855CC4}" type="presOf" srcId="{CFC9319A-D9FB-4929-B45F-5FCD6C4F5DE4}" destId="{5247E833-1411-445A-ADBA-B8CA997AEA37}" srcOrd="0" destOrd="0" presId="urn:microsoft.com/office/officeart/2005/8/layout/hierarchy2"/>
    <dgm:cxn modelId="{0EF6CCEC-DD96-467C-8117-85308CFDDAA2}" type="presOf" srcId="{491C0FDC-4DDF-49E5-BF90-8FA9218A7F66}" destId="{D899DACF-6CAF-44E2-A371-31D0E18BAC2E}" srcOrd="0" destOrd="0" presId="urn:microsoft.com/office/officeart/2005/8/layout/hierarchy2"/>
    <dgm:cxn modelId="{34319DED-FA5F-467C-82D4-8DC7E38A103F}" srcId="{49AED589-3B66-4663-AFF9-792A354B7CDB}" destId="{7DFFE928-CEEC-461F-A5E0-78952BB7B703}" srcOrd="2" destOrd="0" parTransId="{40252BAC-0925-4CD0-9DE3-25AB550F3F50}" sibTransId="{FFB7C5DE-0729-41F1-BA25-A793D4D2945C}"/>
    <dgm:cxn modelId="{354B63EE-C32B-4493-99FB-823746AA08FF}" srcId="{55C3E0F5-C61B-497E-B579-B9F1563AE547}" destId="{25329738-B57E-4D5B-8487-BC73CF24C75C}" srcOrd="2" destOrd="0" parTransId="{AFE04D6F-A287-4655-B1DD-7CEF9DEAEE8B}" sibTransId="{814C2C2A-5140-4CF9-8B7E-438B41E1E699}"/>
    <dgm:cxn modelId="{E4055BF1-8A1B-40B7-A762-F666B32F6787}" srcId="{25329738-B57E-4D5B-8487-BC73CF24C75C}" destId="{BBA2829E-5DA0-4CEC-8952-77DF103A05EB}" srcOrd="0" destOrd="0" parTransId="{74A29EE2-E88B-4046-A889-D37FC91311A4}" sibTransId="{AD8AF9D0-5F69-4DF3-8C8D-628798849FCA}"/>
    <dgm:cxn modelId="{01FE0EF2-495D-472F-8D46-31EFAFDB611B}" type="presOf" srcId="{809E6FC0-770B-4EA1-B91A-C1E257847064}" destId="{F6215C1C-D7E3-4FC2-98C3-9517CC931F5F}" srcOrd="0" destOrd="0" presId="urn:microsoft.com/office/officeart/2005/8/layout/hierarchy2"/>
    <dgm:cxn modelId="{FC99BFFB-2DBF-4B46-9369-9B37E2FCE864}" type="presOf" srcId="{92B70AC4-8FD5-41EE-ACA8-8283BFDD39C7}" destId="{AE4DE67B-1D53-4EE3-93C6-95850954597E}" srcOrd="1" destOrd="0" presId="urn:microsoft.com/office/officeart/2005/8/layout/hierarchy2"/>
    <dgm:cxn modelId="{F57D7EFD-3399-4E52-8C9B-1E56FC23B39E}" type="presOf" srcId="{65245455-7FC9-4883-A870-F8CAEE30BE12}" destId="{A5E03B12-028E-457B-B272-313E2DCC6A05}" srcOrd="1" destOrd="0" presId="urn:microsoft.com/office/officeart/2005/8/layout/hierarchy2"/>
    <dgm:cxn modelId="{BCD1B2FD-C060-4584-89E4-8601714E58CD}" srcId="{809E6FC0-770B-4EA1-B91A-C1E257847064}" destId="{F49C32BB-D550-4DE3-8A99-7EFDF5D81DAF}" srcOrd="0" destOrd="0" parTransId="{F29C056A-C0A3-4307-B7B4-86FA3A2263B7}" sibTransId="{738F8AB5-69B5-41FD-B1B8-B31144C00FB9}"/>
    <dgm:cxn modelId="{9D8949FD-E259-4F95-A14E-D05364AE5978}" type="presParOf" srcId="{F6215C1C-D7E3-4FC2-98C3-9517CC931F5F}" destId="{6B0000CE-52ED-4D69-87B2-EA16A9FA0BEE}" srcOrd="0" destOrd="0" presId="urn:microsoft.com/office/officeart/2005/8/layout/hierarchy2"/>
    <dgm:cxn modelId="{084A2DFA-1D2D-4BE7-9A3C-39D893A235B5}" type="presParOf" srcId="{6B0000CE-52ED-4D69-87B2-EA16A9FA0BEE}" destId="{AFE23E4C-C68B-4C71-A338-78B651544936}" srcOrd="0" destOrd="0" presId="urn:microsoft.com/office/officeart/2005/8/layout/hierarchy2"/>
    <dgm:cxn modelId="{789123FA-1675-481F-AC84-F91B5EE10DF5}" type="presParOf" srcId="{6B0000CE-52ED-4D69-87B2-EA16A9FA0BEE}" destId="{1C542E05-AAED-4BDE-AD05-1FEDA2E42477}" srcOrd="1" destOrd="0" presId="urn:microsoft.com/office/officeart/2005/8/layout/hierarchy2"/>
    <dgm:cxn modelId="{95C036A9-FC9C-4FF5-99D2-C5F224189FB1}" type="presParOf" srcId="{1C542E05-AAED-4BDE-AD05-1FEDA2E42477}" destId="{3AEFCCAC-2AB8-408D-8F40-0A6897725634}" srcOrd="0" destOrd="0" presId="urn:microsoft.com/office/officeart/2005/8/layout/hierarchy2"/>
    <dgm:cxn modelId="{3DDA147C-523C-4DC5-801A-B192B85AC6EC}" type="presParOf" srcId="{3AEFCCAC-2AB8-408D-8F40-0A6897725634}" destId="{4C05174C-35A5-4245-8C7A-D1CF4C392A07}" srcOrd="0" destOrd="0" presId="urn:microsoft.com/office/officeart/2005/8/layout/hierarchy2"/>
    <dgm:cxn modelId="{A6D02A49-5FD6-4DD7-9639-CB04A194A062}" type="presParOf" srcId="{1C542E05-AAED-4BDE-AD05-1FEDA2E42477}" destId="{B6FBF011-9B51-485F-84F1-0C54B65E8620}" srcOrd="1" destOrd="0" presId="urn:microsoft.com/office/officeart/2005/8/layout/hierarchy2"/>
    <dgm:cxn modelId="{384D7D54-10FE-46B5-963E-FF94CD956A48}" type="presParOf" srcId="{B6FBF011-9B51-485F-84F1-0C54B65E8620}" destId="{4D0E3FBB-3121-4E90-9922-07E3F9364296}" srcOrd="0" destOrd="0" presId="urn:microsoft.com/office/officeart/2005/8/layout/hierarchy2"/>
    <dgm:cxn modelId="{ED3BF0A9-2050-4180-A653-55EAF8DF9E24}" type="presParOf" srcId="{B6FBF011-9B51-485F-84F1-0C54B65E8620}" destId="{15FFDD08-F056-41FC-8184-6C04049F468C}" srcOrd="1" destOrd="0" presId="urn:microsoft.com/office/officeart/2005/8/layout/hierarchy2"/>
    <dgm:cxn modelId="{1E7F1F81-B685-47B7-9F87-2089854C5C25}" type="presParOf" srcId="{1C542E05-AAED-4BDE-AD05-1FEDA2E42477}" destId="{290744AD-CFB2-495D-9BF9-29B0C5118452}" srcOrd="2" destOrd="0" presId="urn:microsoft.com/office/officeart/2005/8/layout/hierarchy2"/>
    <dgm:cxn modelId="{EE1BDDB1-F999-40F9-B4EC-0D6B02DD2B56}" type="presParOf" srcId="{290744AD-CFB2-495D-9BF9-29B0C5118452}" destId="{337C9240-2133-4048-9DD2-4910B62CB198}" srcOrd="0" destOrd="0" presId="urn:microsoft.com/office/officeart/2005/8/layout/hierarchy2"/>
    <dgm:cxn modelId="{A586F9B6-6A57-47C8-927A-CE32904CA3E5}" type="presParOf" srcId="{1C542E05-AAED-4BDE-AD05-1FEDA2E42477}" destId="{B0BA01EC-7976-4922-B03D-12D29AB5BD9E}" srcOrd="3" destOrd="0" presId="urn:microsoft.com/office/officeart/2005/8/layout/hierarchy2"/>
    <dgm:cxn modelId="{D278DC35-5FE9-4CFB-9D19-749108BA0A94}" type="presParOf" srcId="{B0BA01EC-7976-4922-B03D-12D29AB5BD9E}" destId="{B35A0D83-92D0-4DDB-97A8-873152350A74}" srcOrd="0" destOrd="0" presId="urn:microsoft.com/office/officeart/2005/8/layout/hierarchy2"/>
    <dgm:cxn modelId="{075D7385-3538-47A7-9652-D592B84E49B5}" type="presParOf" srcId="{B0BA01EC-7976-4922-B03D-12D29AB5BD9E}" destId="{57A34C40-0C8A-4823-AAF4-B34CA257D1CA}" srcOrd="1" destOrd="0" presId="urn:microsoft.com/office/officeart/2005/8/layout/hierarchy2"/>
    <dgm:cxn modelId="{3F2F6B0F-4A06-4CEB-9920-6407CADA93D1}" type="presParOf" srcId="{57A34C40-0C8A-4823-AAF4-B34CA257D1CA}" destId="{0B39B48A-ECAA-4991-B915-5469C249A392}" srcOrd="0" destOrd="0" presId="urn:microsoft.com/office/officeart/2005/8/layout/hierarchy2"/>
    <dgm:cxn modelId="{88C23505-6A3F-4C72-9E23-4F69F1E20BC7}" type="presParOf" srcId="{0B39B48A-ECAA-4991-B915-5469C249A392}" destId="{EB6FA7CE-6FB6-40E5-967C-66760673619D}" srcOrd="0" destOrd="0" presId="urn:microsoft.com/office/officeart/2005/8/layout/hierarchy2"/>
    <dgm:cxn modelId="{38557F01-7A6C-459B-A595-27CE14245D3E}" type="presParOf" srcId="{57A34C40-0C8A-4823-AAF4-B34CA257D1CA}" destId="{6C47EAE2-182C-4E12-88F3-691E4BF5BD5D}" srcOrd="1" destOrd="0" presId="urn:microsoft.com/office/officeart/2005/8/layout/hierarchy2"/>
    <dgm:cxn modelId="{E6A9E121-A51F-42C1-9B75-8E5B989937FE}" type="presParOf" srcId="{6C47EAE2-182C-4E12-88F3-691E4BF5BD5D}" destId="{D899DACF-6CAF-44E2-A371-31D0E18BAC2E}" srcOrd="0" destOrd="0" presId="urn:microsoft.com/office/officeart/2005/8/layout/hierarchy2"/>
    <dgm:cxn modelId="{B0BCC0DB-2238-4006-8319-CD52BC318101}" type="presParOf" srcId="{6C47EAE2-182C-4E12-88F3-691E4BF5BD5D}" destId="{B19B29A5-FE95-4D6C-801F-07E460BCC3F3}" srcOrd="1" destOrd="0" presId="urn:microsoft.com/office/officeart/2005/8/layout/hierarchy2"/>
    <dgm:cxn modelId="{33EF3E75-7940-4F71-81D0-3D77A6362DD3}" type="presParOf" srcId="{B19B29A5-FE95-4D6C-801F-07E460BCC3F3}" destId="{91256440-8044-4D74-A0C0-A3A65FDAC66D}" srcOrd="0" destOrd="0" presId="urn:microsoft.com/office/officeart/2005/8/layout/hierarchy2"/>
    <dgm:cxn modelId="{8F5BEDFA-F160-483F-9B84-ABF730751727}" type="presParOf" srcId="{91256440-8044-4D74-A0C0-A3A65FDAC66D}" destId="{E1EDF96D-7032-4098-89AB-7FE6D87DCDBE}" srcOrd="0" destOrd="0" presId="urn:microsoft.com/office/officeart/2005/8/layout/hierarchy2"/>
    <dgm:cxn modelId="{07E618DC-DDC0-488E-B1F6-90FD1C22F5AD}" type="presParOf" srcId="{B19B29A5-FE95-4D6C-801F-07E460BCC3F3}" destId="{5A660DE8-05C2-4CDE-9AA5-A13557E98BED}" srcOrd="1" destOrd="0" presId="urn:microsoft.com/office/officeart/2005/8/layout/hierarchy2"/>
    <dgm:cxn modelId="{3A662DB7-A901-4119-9C98-BFE055F06228}" type="presParOf" srcId="{5A660DE8-05C2-4CDE-9AA5-A13557E98BED}" destId="{BE50EB23-A3FE-468F-832C-DDFF4AD7BDC1}" srcOrd="0" destOrd="0" presId="urn:microsoft.com/office/officeart/2005/8/layout/hierarchy2"/>
    <dgm:cxn modelId="{F62957B9-9E65-4372-A7EC-5E1DF863E9EB}" type="presParOf" srcId="{5A660DE8-05C2-4CDE-9AA5-A13557E98BED}" destId="{B210A30D-8CA0-4A48-9486-30AF59EE2E01}" srcOrd="1" destOrd="0" presId="urn:microsoft.com/office/officeart/2005/8/layout/hierarchy2"/>
    <dgm:cxn modelId="{3BFDA7E7-B720-493A-8042-9620FBD33E92}" type="presParOf" srcId="{B210A30D-8CA0-4A48-9486-30AF59EE2E01}" destId="{17A10860-9822-45E7-B5F0-E13073F22A0A}" srcOrd="0" destOrd="0" presId="urn:microsoft.com/office/officeart/2005/8/layout/hierarchy2"/>
    <dgm:cxn modelId="{5E196916-A9C7-420B-B88E-DCCD6900D3D4}" type="presParOf" srcId="{17A10860-9822-45E7-B5F0-E13073F22A0A}" destId="{A5E03B12-028E-457B-B272-313E2DCC6A05}" srcOrd="0" destOrd="0" presId="urn:microsoft.com/office/officeart/2005/8/layout/hierarchy2"/>
    <dgm:cxn modelId="{5634E90A-062C-4D51-8482-C39873836F71}" type="presParOf" srcId="{B210A30D-8CA0-4A48-9486-30AF59EE2E01}" destId="{146EAE2B-1F95-4DE1-98A1-C7651E6DB416}" srcOrd="1" destOrd="0" presId="urn:microsoft.com/office/officeart/2005/8/layout/hierarchy2"/>
    <dgm:cxn modelId="{DD70C1F1-FD12-47EE-8CB7-737FA991224A}" type="presParOf" srcId="{146EAE2B-1F95-4DE1-98A1-C7651E6DB416}" destId="{BA0268E3-C9F6-403C-947D-FA6C7DCC50D9}" srcOrd="0" destOrd="0" presId="urn:microsoft.com/office/officeart/2005/8/layout/hierarchy2"/>
    <dgm:cxn modelId="{3BD77239-E4F3-4ADA-B6AA-FA8EB88C393C}" type="presParOf" srcId="{146EAE2B-1F95-4DE1-98A1-C7651E6DB416}" destId="{18755684-7DAC-4EE4-B61F-7034F4706B07}" srcOrd="1" destOrd="0" presId="urn:microsoft.com/office/officeart/2005/8/layout/hierarchy2"/>
    <dgm:cxn modelId="{50F8CABA-5353-4119-930E-37A9B9BB2FEB}" type="presParOf" srcId="{57A34C40-0C8A-4823-AAF4-B34CA257D1CA}" destId="{2B25E91C-AA78-4A14-AB97-9C6DB3A6D4F2}" srcOrd="2" destOrd="0" presId="urn:microsoft.com/office/officeart/2005/8/layout/hierarchy2"/>
    <dgm:cxn modelId="{171A7B4B-E3C1-40E7-A3D5-2BB6BB52565E}" type="presParOf" srcId="{2B25E91C-AA78-4A14-AB97-9C6DB3A6D4F2}" destId="{AE4DE67B-1D53-4EE3-93C6-95850954597E}" srcOrd="0" destOrd="0" presId="urn:microsoft.com/office/officeart/2005/8/layout/hierarchy2"/>
    <dgm:cxn modelId="{AE90EFC4-7567-4DB7-88C1-9012470C8420}" type="presParOf" srcId="{57A34C40-0C8A-4823-AAF4-B34CA257D1CA}" destId="{2393913C-ABE2-4F18-BAA2-1863BF5AD1D2}" srcOrd="3" destOrd="0" presId="urn:microsoft.com/office/officeart/2005/8/layout/hierarchy2"/>
    <dgm:cxn modelId="{633BF8A0-C6FB-4C47-AF4F-2DDB098D6346}" type="presParOf" srcId="{2393913C-ABE2-4F18-BAA2-1863BF5AD1D2}" destId="{2A104267-E7DE-4665-A525-D6E0AD43524B}" srcOrd="0" destOrd="0" presId="urn:microsoft.com/office/officeart/2005/8/layout/hierarchy2"/>
    <dgm:cxn modelId="{36F8AE10-C5FC-48F1-B9F9-FFEC2235D4B5}" type="presParOf" srcId="{2393913C-ABE2-4F18-BAA2-1863BF5AD1D2}" destId="{D6DD3F46-E3AC-434A-BCA2-A65D2351EFB7}" srcOrd="1" destOrd="0" presId="urn:microsoft.com/office/officeart/2005/8/layout/hierarchy2"/>
    <dgm:cxn modelId="{66F507E3-824A-44E5-B431-660B6211C4C9}" type="presParOf" srcId="{D6DD3F46-E3AC-434A-BCA2-A65D2351EFB7}" destId="{35387BDE-3993-4B07-B94A-8D6FE4C24B63}" srcOrd="0" destOrd="0" presId="urn:microsoft.com/office/officeart/2005/8/layout/hierarchy2"/>
    <dgm:cxn modelId="{31BE8DB8-A10E-4AF5-A303-18AFC77E2DC9}" type="presParOf" srcId="{35387BDE-3993-4B07-B94A-8D6FE4C24B63}" destId="{8FDAD9B0-FFCF-4D9A-8BEC-0747D0C18EF4}" srcOrd="0" destOrd="0" presId="urn:microsoft.com/office/officeart/2005/8/layout/hierarchy2"/>
    <dgm:cxn modelId="{923E9DF3-5DCF-4FB1-8E4B-80B6D2468CDA}" type="presParOf" srcId="{D6DD3F46-E3AC-434A-BCA2-A65D2351EFB7}" destId="{DB91A700-DDBF-4013-A977-E72ACB317B07}" srcOrd="1" destOrd="0" presId="urn:microsoft.com/office/officeart/2005/8/layout/hierarchy2"/>
    <dgm:cxn modelId="{3E8864CA-80F2-43A6-AB26-396E8CB71041}" type="presParOf" srcId="{DB91A700-DDBF-4013-A977-E72ACB317B07}" destId="{C836A406-03ED-49D6-8A40-C743F1693861}" srcOrd="0" destOrd="0" presId="urn:microsoft.com/office/officeart/2005/8/layout/hierarchy2"/>
    <dgm:cxn modelId="{27FF6460-2482-42BC-ABCB-6B08A6324434}" type="presParOf" srcId="{DB91A700-DDBF-4013-A977-E72ACB317B07}" destId="{CA89C2CA-6807-40DD-BD08-1D3929B80808}" srcOrd="1" destOrd="0" presId="urn:microsoft.com/office/officeart/2005/8/layout/hierarchy2"/>
    <dgm:cxn modelId="{17F4C9F9-1527-4FF0-A0C5-561334F39229}" type="presParOf" srcId="{CA89C2CA-6807-40DD-BD08-1D3929B80808}" destId="{8B8A3D86-0107-488E-B23C-A96E71791C7E}" srcOrd="0" destOrd="0" presId="urn:microsoft.com/office/officeart/2005/8/layout/hierarchy2"/>
    <dgm:cxn modelId="{B1C2F6B3-B226-4D6B-B6A8-8A453A0070D7}" type="presParOf" srcId="{8B8A3D86-0107-488E-B23C-A96E71791C7E}" destId="{E573DE42-602C-4D09-9553-2500CF713F63}" srcOrd="0" destOrd="0" presId="urn:microsoft.com/office/officeart/2005/8/layout/hierarchy2"/>
    <dgm:cxn modelId="{050F0E23-80BA-4800-986B-FF95702A4995}" type="presParOf" srcId="{CA89C2CA-6807-40DD-BD08-1D3929B80808}" destId="{B9210F71-C334-4CEC-A22F-B487225C6E24}" srcOrd="1" destOrd="0" presId="urn:microsoft.com/office/officeart/2005/8/layout/hierarchy2"/>
    <dgm:cxn modelId="{FCA4E533-B865-403A-8441-0E5CAFD52F44}" type="presParOf" srcId="{B9210F71-C334-4CEC-A22F-B487225C6E24}" destId="{DF8FE6BB-AB4B-43F0-BDB6-FC79FC52BB00}" srcOrd="0" destOrd="0" presId="urn:microsoft.com/office/officeart/2005/8/layout/hierarchy2"/>
    <dgm:cxn modelId="{F7E96741-8ADD-43E1-98AF-93E7CD28C871}" type="presParOf" srcId="{B9210F71-C334-4CEC-A22F-B487225C6E24}" destId="{98318A8C-51A0-48FE-A911-DE4C299B54C2}" srcOrd="1" destOrd="0" presId="urn:microsoft.com/office/officeart/2005/8/layout/hierarchy2"/>
    <dgm:cxn modelId="{F1F030F8-AE51-4C62-AAC7-9647878F0551}" type="presParOf" srcId="{57A34C40-0C8A-4823-AAF4-B34CA257D1CA}" destId="{711182BC-8ABC-4CEC-AB83-06D136A8014E}" srcOrd="4" destOrd="0" presId="urn:microsoft.com/office/officeart/2005/8/layout/hierarchy2"/>
    <dgm:cxn modelId="{46D24927-B9C2-4BFF-8D1F-0A1891C9CBBC}" type="presParOf" srcId="{711182BC-8ABC-4CEC-AB83-06D136A8014E}" destId="{AFBCED84-8B4E-437E-9BD7-124708471AB3}" srcOrd="0" destOrd="0" presId="urn:microsoft.com/office/officeart/2005/8/layout/hierarchy2"/>
    <dgm:cxn modelId="{3945ABA2-FF92-4C0B-82AC-324D2F79EDAF}" type="presParOf" srcId="{57A34C40-0C8A-4823-AAF4-B34CA257D1CA}" destId="{6580A851-04AF-44CB-A7E5-A0DE14BDDC7E}" srcOrd="5" destOrd="0" presId="urn:microsoft.com/office/officeart/2005/8/layout/hierarchy2"/>
    <dgm:cxn modelId="{34B3FA55-EB1B-47C8-9D4E-7116E11DC70D}" type="presParOf" srcId="{6580A851-04AF-44CB-A7E5-A0DE14BDDC7E}" destId="{F050AE1C-F9C8-49D9-9444-2D9E7938E112}" srcOrd="0" destOrd="0" presId="urn:microsoft.com/office/officeart/2005/8/layout/hierarchy2"/>
    <dgm:cxn modelId="{F8898130-5A97-4429-AEA2-62E610453159}" type="presParOf" srcId="{6580A851-04AF-44CB-A7E5-A0DE14BDDC7E}" destId="{1E64B1FB-6D3C-4D00-8325-6AEB69D785A0}" srcOrd="1" destOrd="0" presId="urn:microsoft.com/office/officeart/2005/8/layout/hierarchy2"/>
    <dgm:cxn modelId="{B77DC6AE-FF56-4664-88C1-A525C4F719C1}" type="presParOf" srcId="{1E64B1FB-6D3C-4D00-8325-6AEB69D785A0}" destId="{80A62B89-69A4-4C01-B862-6FDCAF152D77}" srcOrd="0" destOrd="0" presId="urn:microsoft.com/office/officeart/2005/8/layout/hierarchy2"/>
    <dgm:cxn modelId="{E203560B-B0CC-4887-9A24-EDF6A64D7B12}" type="presParOf" srcId="{80A62B89-69A4-4C01-B862-6FDCAF152D77}" destId="{B4E69EB3-A306-4B34-B2D8-884580E92A73}" srcOrd="0" destOrd="0" presId="urn:microsoft.com/office/officeart/2005/8/layout/hierarchy2"/>
    <dgm:cxn modelId="{A4D2812E-B741-47EF-B9D7-6A633B20D557}" type="presParOf" srcId="{1E64B1FB-6D3C-4D00-8325-6AEB69D785A0}" destId="{1F0210CA-D5AA-489F-A63D-5AB19608F17E}" srcOrd="1" destOrd="0" presId="urn:microsoft.com/office/officeart/2005/8/layout/hierarchy2"/>
    <dgm:cxn modelId="{5C4F1C71-B09B-4608-9291-3420F622F006}" type="presParOf" srcId="{1F0210CA-D5AA-489F-A63D-5AB19608F17E}" destId="{B75B663D-125E-4134-80F4-440A73512B5B}" srcOrd="0" destOrd="0" presId="urn:microsoft.com/office/officeart/2005/8/layout/hierarchy2"/>
    <dgm:cxn modelId="{DA02E9BB-7294-4D97-8AB0-EAA929D579BE}" type="presParOf" srcId="{1F0210CA-D5AA-489F-A63D-5AB19608F17E}" destId="{A1A76614-5699-450F-9B91-F95AAF3FF178}" srcOrd="1" destOrd="0" presId="urn:microsoft.com/office/officeart/2005/8/layout/hierarchy2"/>
    <dgm:cxn modelId="{4389FDAE-16D4-44E6-B368-DFB073E612F1}" type="presParOf" srcId="{A1A76614-5699-450F-9B91-F95AAF3FF178}" destId="{40D47F3C-B27F-4CBB-A70D-F4DDC6AD9ABD}" srcOrd="0" destOrd="0" presId="urn:microsoft.com/office/officeart/2005/8/layout/hierarchy2"/>
    <dgm:cxn modelId="{220F1F29-F305-4E9A-AD98-F20EDE617E39}" type="presParOf" srcId="{40D47F3C-B27F-4CBB-A70D-F4DDC6AD9ABD}" destId="{6D6A5EBB-D099-49D8-AD9D-362E13F18E89}" srcOrd="0" destOrd="0" presId="urn:microsoft.com/office/officeart/2005/8/layout/hierarchy2"/>
    <dgm:cxn modelId="{CEBCF703-29B7-4D56-B7F9-D1378A0185A5}" type="presParOf" srcId="{A1A76614-5699-450F-9B91-F95AAF3FF178}" destId="{E8CB4CA7-FAE8-4231-9EC0-FD6DA2602512}" srcOrd="1" destOrd="0" presId="urn:microsoft.com/office/officeart/2005/8/layout/hierarchy2"/>
    <dgm:cxn modelId="{4DAB1547-68F2-4BE3-99D5-C1DA24D14BC2}" type="presParOf" srcId="{E8CB4CA7-FAE8-4231-9EC0-FD6DA2602512}" destId="{1C980D39-9945-4B68-A7FA-107F8ECE4DDD}" srcOrd="0" destOrd="0" presId="urn:microsoft.com/office/officeart/2005/8/layout/hierarchy2"/>
    <dgm:cxn modelId="{F6D9D6B9-BBB4-45E9-8D33-DCCE8E4F63E7}" type="presParOf" srcId="{E8CB4CA7-FAE8-4231-9EC0-FD6DA2602512}" destId="{4B9F77AD-2BBC-4088-B074-366D1ED4B3E2}" srcOrd="1" destOrd="0" presId="urn:microsoft.com/office/officeart/2005/8/layout/hierarchy2"/>
    <dgm:cxn modelId="{2BBF412B-7952-4712-AC2E-1CB77D91F57E}" type="presParOf" srcId="{1C542E05-AAED-4BDE-AD05-1FEDA2E42477}" destId="{2BF94CB4-C163-4264-B009-B3D00E61F7C0}" srcOrd="4" destOrd="0" presId="urn:microsoft.com/office/officeart/2005/8/layout/hierarchy2"/>
    <dgm:cxn modelId="{94A7652D-2974-4BCB-B21A-8B2FF303979A}" type="presParOf" srcId="{2BF94CB4-C163-4264-B009-B3D00E61F7C0}" destId="{2CA3FDC0-AF00-45CB-B5E3-646FB8820BAA}" srcOrd="0" destOrd="0" presId="urn:microsoft.com/office/officeart/2005/8/layout/hierarchy2"/>
    <dgm:cxn modelId="{875AABB5-81A5-4923-8170-6C89E4DB0888}" type="presParOf" srcId="{1C542E05-AAED-4BDE-AD05-1FEDA2E42477}" destId="{5A11A16A-5474-4C8A-B08F-A6B9FC0F6360}" srcOrd="5" destOrd="0" presId="urn:microsoft.com/office/officeart/2005/8/layout/hierarchy2"/>
    <dgm:cxn modelId="{7AE166B9-053C-4F0B-86EB-D532318121BF}" type="presParOf" srcId="{5A11A16A-5474-4C8A-B08F-A6B9FC0F6360}" destId="{1A988EB6-2DAD-41F7-9818-E61CF8CC7460}" srcOrd="0" destOrd="0" presId="urn:microsoft.com/office/officeart/2005/8/layout/hierarchy2"/>
    <dgm:cxn modelId="{E6889EB5-4F79-4CF0-AF5A-8791FD3F913E}" type="presParOf" srcId="{5A11A16A-5474-4C8A-B08F-A6B9FC0F6360}" destId="{BA0CF754-4728-43A5-9FB3-275537CB2779}" srcOrd="1" destOrd="0" presId="urn:microsoft.com/office/officeart/2005/8/layout/hierarchy2"/>
    <dgm:cxn modelId="{EF9BEE61-00BB-4889-93F7-A5B3468D418E}" type="presParOf" srcId="{BA0CF754-4728-43A5-9FB3-275537CB2779}" destId="{1FE4415C-1CC2-4A78-B9BC-E29962EB88C7}" srcOrd="0" destOrd="0" presId="urn:microsoft.com/office/officeart/2005/8/layout/hierarchy2"/>
    <dgm:cxn modelId="{983E2E13-77FC-41EE-BDA7-35FD25044571}" type="presParOf" srcId="{1FE4415C-1CC2-4A78-B9BC-E29962EB88C7}" destId="{06EF7FEC-A7A0-47F2-90E5-BAC47C28B0DE}" srcOrd="0" destOrd="0" presId="urn:microsoft.com/office/officeart/2005/8/layout/hierarchy2"/>
    <dgm:cxn modelId="{FC5CAFBA-A552-425E-ADE0-DFE82CBB3725}" type="presParOf" srcId="{BA0CF754-4728-43A5-9FB3-275537CB2779}" destId="{C702DF0E-544D-4344-A0D1-876CF6E4A16E}" srcOrd="1" destOrd="0" presId="urn:microsoft.com/office/officeart/2005/8/layout/hierarchy2"/>
    <dgm:cxn modelId="{CBE1739C-D12F-4D0E-A323-31DCC703D297}" type="presParOf" srcId="{C702DF0E-544D-4344-A0D1-876CF6E4A16E}" destId="{A9DDF0FB-1030-4FAD-A719-DD59FB0FB28E}" srcOrd="0" destOrd="0" presId="urn:microsoft.com/office/officeart/2005/8/layout/hierarchy2"/>
    <dgm:cxn modelId="{FA664E15-DC0A-42AB-AD58-CEBE4FD5DE31}" type="presParOf" srcId="{C702DF0E-544D-4344-A0D1-876CF6E4A16E}" destId="{50AB4C70-3117-442C-9305-FC3093904F5A}" srcOrd="1" destOrd="0" presId="urn:microsoft.com/office/officeart/2005/8/layout/hierarchy2"/>
    <dgm:cxn modelId="{8F45D3D0-69D0-4103-BD09-6609AF495830}" type="presParOf" srcId="{50AB4C70-3117-442C-9305-FC3093904F5A}" destId="{886A3D58-0FC4-49C8-B6FD-5512A16E126F}" srcOrd="0" destOrd="0" presId="urn:microsoft.com/office/officeart/2005/8/layout/hierarchy2"/>
    <dgm:cxn modelId="{3176471B-B9EF-4F8E-8362-758F22833BDD}" type="presParOf" srcId="{886A3D58-0FC4-49C8-B6FD-5512A16E126F}" destId="{BBC347EA-BE10-492C-9E4D-27FB393BB1FA}" srcOrd="0" destOrd="0" presId="urn:microsoft.com/office/officeart/2005/8/layout/hierarchy2"/>
    <dgm:cxn modelId="{DE05A8E3-A2D4-413B-8C89-FD2F2445B1F3}" type="presParOf" srcId="{50AB4C70-3117-442C-9305-FC3093904F5A}" destId="{18F1DDE0-9E90-42E7-8CC7-12702541039D}" srcOrd="1" destOrd="0" presId="urn:microsoft.com/office/officeart/2005/8/layout/hierarchy2"/>
    <dgm:cxn modelId="{CEC8AF23-202D-4D24-9FF9-558CA9E7491A}" type="presParOf" srcId="{18F1DDE0-9E90-42E7-8CC7-12702541039D}" destId="{A40CF01D-2651-41E4-9C3A-41C9991C2369}" srcOrd="0" destOrd="0" presId="urn:microsoft.com/office/officeart/2005/8/layout/hierarchy2"/>
    <dgm:cxn modelId="{754E4A32-C585-4B02-8C0E-6BDB611EE848}" type="presParOf" srcId="{18F1DDE0-9E90-42E7-8CC7-12702541039D}" destId="{D22864B9-9CDA-417D-B0DA-356DC9F2F54E}" srcOrd="1" destOrd="0" presId="urn:microsoft.com/office/officeart/2005/8/layout/hierarchy2"/>
    <dgm:cxn modelId="{F272BBE6-A554-4C3E-8EAA-A60017F82E82}" type="presParOf" srcId="{1C542E05-AAED-4BDE-AD05-1FEDA2E42477}" destId="{C2A4436D-B62F-49DF-A45C-527F2A83EFCE}" srcOrd="6" destOrd="0" presId="urn:microsoft.com/office/officeart/2005/8/layout/hierarchy2"/>
    <dgm:cxn modelId="{2316385B-C140-416E-A37E-F1D225576517}" type="presParOf" srcId="{C2A4436D-B62F-49DF-A45C-527F2A83EFCE}" destId="{C864937A-6EE4-4DA2-98DF-CF42D0DA4F14}" srcOrd="0" destOrd="0" presId="urn:microsoft.com/office/officeart/2005/8/layout/hierarchy2"/>
    <dgm:cxn modelId="{42631255-06F7-4B93-83D9-9C77D546B72A}" type="presParOf" srcId="{1C542E05-AAED-4BDE-AD05-1FEDA2E42477}" destId="{944614CB-E168-43B6-84C2-CCF2B5C168E6}" srcOrd="7" destOrd="0" presId="urn:microsoft.com/office/officeart/2005/8/layout/hierarchy2"/>
    <dgm:cxn modelId="{06CE0EFC-E766-4A61-8F79-DEEE2B806697}" type="presParOf" srcId="{944614CB-E168-43B6-84C2-CCF2B5C168E6}" destId="{444A8567-0C18-42C8-99CC-11B3E3206B17}" srcOrd="0" destOrd="0" presId="urn:microsoft.com/office/officeart/2005/8/layout/hierarchy2"/>
    <dgm:cxn modelId="{30576B58-A8AF-46B6-A9EE-BCA0668D4049}" type="presParOf" srcId="{944614CB-E168-43B6-84C2-CCF2B5C168E6}" destId="{652EFF57-0720-40E7-AFD6-3FC2E1F8DC0D}" srcOrd="1" destOrd="0" presId="urn:microsoft.com/office/officeart/2005/8/layout/hierarchy2"/>
    <dgm:cxn modelId="{2EDF8B4C-2DCA-4B5B-AD70-EC3CDF9E32DC}" type="presParOf" srcId="{652EFF57-0720-40E7-AFD6-3FC2E1F8DC0D}" destId="{0F25A8CB-902C-4252-B18F-95D24327B5F1}" srcOrd="0" destOrd="0" presId="urn:microsoft.com/office/officeart/2005/8/layout/hierarchy2"/>
    <dgm:cxn modelId="{1B2FD575-1075-4DAD-87DC-C83F8985315F}" type="presParOf" srcId="{0F25A8CB-902C-4252-B18F-95D24327B5F1}" destId="{CCA94D3E-93E7-42B8-BC2E-4B1503E5B235}" srcOrd="0" destOrd="0" presId="urn:microsoft.com/office/officeart/2005/8/layout/hierarchy2"/>
    <dgm:cxn modelId="{581D6F80-04B5-4312-8DAD-FA962BA25BE3}" type="presParOf" srcId="{652EFF57-0720-40E7-AFD6-3FC2E1F8DC0D}" destId="{ADD73BE3-EED6-4372-8A9C-075314058257}" srcOrd="1" destOrd="0" presId="urn:microsoft.com/office/officeart/2005/8/layout/hierarchy2"/>
    <dgm:cxn modelId="{BBA79B59-3356-46D5-BB84-443FC68691FB}" type="presParOf" srcId="{ADD73BE3-EED6-4372-8A9C-075314058257}" destId="{25A14380-1252-4C54-BD55-46D6CE2C2BDF}" srcOrd="0" destOrd="0" presId="urn:microsoft.com/office/officeart/2005/8/layout/hierarchy2"/>
    <dgm:cxn modelId="{A84EA6C7-5D6F-4B60-B9FB-2F68FA83D80E}" type="presParOf" srcId="{ADD73BE3-EED6-4372-8A9C-075314058257}" destId="{6D06F187-2248-4EC3-9ECD-90F2E052D489}" srcOrd="1" destOrd="0" presId="urn:microsoft.com/office/officeart/2005/8/layout/hierarchy2"/>
    <dgm:cxn modelId="{FEC70629-BC68-45AE-B2FA-07719540FC3B}" type="presParOf" srcId="{6D06F187-2248-4EC3-9ECD-90F2E052D489}" destId="{A4A7C17E-CE12-4B0E-85FE-864A8B516CBE}" srcOrd="0" destOrd="0" presId="urn:microsoft.com/office/officeart/2005/8/layout/hierarchy2"/>
    <dgm:cxn modelId="{55B3401B-F14B-4630-BE85-A0F5C4437F17}" type="presParOf" srcId="{A4A7C17E-CE12-4B0E-85FE-864A8B516CBE}" destId="{1DE07529-4A80-406D-B1C8-DB828C361BCE}" srcOrd="0" destOrd="0" presId="urn:microsoft.com/office/officeart/2005/8/layout/hierarchy2"/>
    <dgm:cxn modelId="{D924D03F-537F-406C-B00B-643F6835B423}" type="presParOf" srcId="{6D06F187-2248-4EC3-9ECD-90F2E052D489}" destId="{066C82D3-4FB1-43D6-927D-101884B46E9B}" srcOrd="1" destOrd="0" presId="urn:microsoft.com/office/officeart/2005/8/layout/hierarchy2"/>
    <dgm:cxn modelId="{FF8D8B1B-F288-4292-BE3A-6675EDD330BE}" type="presParOf" srcId="{066C82D3-4FB1-43D6-927D-101884B46E9B}" destId="{06935953-04C2-4F34-8789-664E2D4A4C74}" srcOrd="0" destOrd="0" presId="urn:microsoft.com/office/officeart/2005/8/layout/hierarchy2"/>
    <dgm:cxn modelId="{D7877512-24C1-4160-8287-A166A8C351E7}" type="presParOf" srcId="{066C82D3-4FB1-43D6-927D-101884B46E9B}" destId="{384D41E9-4748-45BC-A9B5-CDB79BC187FD}" srcOrd="1" destOrd="0" presId="urn:microsoft.com/office/officeart/2005/8/layout/hierarchy2"/>
    <dgm:cxn modelId="{EE41FB43-3573-485A-A1E3-722A37C6F3A8}" type="presParOf" srcId="{652EFF57-0720-40E7-AFD6-3FC2E1F8DC0D}" destId="{98DC2E89-3CF4-4736-BD66-524B78BBAACE}" srcOrd="2" destOrd="0" presId="urn:microsoft.com/office/officeart/2005/8/layout/hierarchy2"/>
    <dgm:cxn modelId="{9825AB04-F8E7-4AB2-AE6F-7A53C870ABEF}" type="presParOf" srcId="{98DC2E89-3CF4-4736-BD66-524B78BBAACE}" destId="{7137300B-24DC-48E1-BCD5-3A0DF935FDB0}" srcOrd="0" destOrd="0" presId="urn:microsoft.com/office/officeart/2005/8/layout/hierarchy2"/>
    <dgm:cxn modelId="{3C2165B8-9786-4E11-B38B-F40C70E1A338}" type="presParOf" srcId="{652EFF57-0720-40E7-AFD6-3FC2E1F8DC0D}" destId="{FFE50E01-BD78-45E8-90EE-7EB5B3D61AD3}" srcOrd="3" destOrd="0" presId="urn:microsoft.com/office/officeart/2005/8/layout/hierarchy2"/>
    <dgm:cxn modelId="{7AC8850E-667D-4105-A97F-0AC346246750}" type="presParOf" srcId="{FFE50E01-BD78-45E8-90EE-7EB5B3D61AD3}" destId="{B9B803E6-EB5E-4012-BA88-5A95040F9F1A}" srcOrd="0" destOrd="0" presId="urn:microsoft.com/office/officeart/2005/8/layout/hierarchy2"/>
    <dgm:cxn modelId="{A878B3BC-97C3-4D95-B857-EBFDD07BCE58}" type="presParOf" srcId="{FFE50E01-BD78-45E8-90EE-7EB5B3D61AD3}" destId="{AF61402F-D96B-42BA-A5B8-639FE8AE7892}" srcOrd="1" destOrd="0" presId="urn:microsoft.com/office/officeart/2005/8/layout/hierarchy2"/>
    <dgm:cxn modelId="{8A4DE7B6-5DE1-4233-B6BD-9E2E3878AE14}" type="presParOf" srcId="{AF61402F-D96B-42BA-A5B8-639FE8AE7892}" destId="{9FD845E8-15F6-4A17-B871-2F4B12F9E2EF}" srcOrd="0" destOrd="0" presId="urn:microsoft.com/office/officeart/2005/8/layout/hierarchy2"/>
    <dgm:cxn modelId="{BAE6F588-4814-4B4B-89C1-D9FF9844A978}" type="presParOf" srcId="{9FD845E8-15F6-4A17-B871-2F4B12F9E2EF}" destId="{3F950F9F-23D6-4EB7-8937-B5FB6E5F8CC0}" srcOrd="0" destOrd="0" presId="urn:microsoft.com/office/officeart/2005/8/layout/hierarchy2"/>
    <dgm:cxn modelId="{F212C686-82FA-419D-9F28-4CAA2D6241B4}" type="presParOf" srcId="{AF61402F-D96B-42BA-A5B8-639FE8AE7892}" destId="{3D0B7564-8F2A-42F9-9B85-BA0548D62B90}" srcOrd="1" destOrd="0" presId="urn:microsoft.com/office/officeart/2005/8/layout/hierarchy2"/>
    <dgm:cxn modelId="{D94F2044-41E9-4E02-814B-9D00A5EED9EA}" type="presParOf" srcId="{3D0B7564-8F2A-42F9-9B85-BA0548D62B90}" destId="{BF099FFD-38D3-4245-B5EC-9A933689A5D4}" srcOrd="0" destOrd="0" presId="urn:microsoft.com/office/officeart/2005/8/layout/hierarchy2"/>
    <dgm:cxn modelId="{A0AD7090-A40A-4E28-A168-C91B1147D3F5}" type="presParOf" srcId="{3D0B7564-8F2A-42F9-9B85-BA0548D62B90}" destId="{ABC10132-1CC8-4C78-AD50-20FA94F85D56}" srcOrd="1" destOrd="0" presId="urn:microsoft.com/office/officeart/2005/8/layout/hierarchy2"/>
    <dgm:cxn modelId="{1A2952B1-AF25-4979-9826-4D95828E7B73}" type="presParOf" srcId="{652EFF57-0720-40E7-AFD6-3FC2E1F8DC0D}" destId="{621AA15D-B026-401A-922F-4EC60A808DFF}" srcOrd="4" destOrd="0" presId="urn:microsoft.com/office/officeart/2005/8/layout/hierarchy2"/>
    <dgm:cxn modelId="{90FBAC2E-CEBB-45F6-8BFF-B975C5C09051}" type="presParOf" srcId="{621AA15D-B026-401A-922F-4EC60A808DFF}" destId="{EFF41F1D-3E32-4702-AE46-FAB8D03513B9}" srcOrd="0" destOrd="0" presId="urn:microsoft.com/office/officeart/2005/8/layout/hierarchy2"/>
    <dgm:cxn modelId="{6D1FE6EF-747E-43F9-A83B-F97A81363B21}" type="presParOf" srcId="{652EFF57-0720-40E7-AFD6-3FC2E1F8DC0D}" destId="{76AA0153-BAF3-4616-B90F-F790587AD5C2}" srcOrd="5" destOrd="0" presId="urn:microsoft.com/office/officeart/2005/8/layout/hierarchy2"/>
    <dgm:cxn modelId="{BF316D2E-B3C2-4A65-8A9F-EF62004BA5BD}" type="presParOf" srcId="{76AA0153-BAF3-4616-B90F-F790587AD5C2}" destId="{4000A7EA-77C8-437C-AECA-14574FEA3589}" srcOrd="0" destOrd="0" presId="urn:microsoft.com/office/officeart/2005/8/layout/hierarchy2"/>
    <dgm:cxn modelId="{60691DFD-D749-486B-9377-27301C9A0A24}" type="presParOf" srcId="{76AA0153-BAF3-4616-B90F-F790587AD5C2}" destId="{8F525CB0-3CF6-4C02-BB50-9B665835ECE8}" srcOrd="1" destOrd="0" presId="urn:microsoft.com/office/officeart/2005/8/layout/hierarchy2"/>
    <dgm:cxn modelId="{7E33D467-E982-471F-84FB-539A43AFC0F2}" type="presParOf" srcId="{8F525CB0-3CF6-4C02-BB50-9B665835ECE8}" destId="{58ECC65E-E805-48A9-A0BE-A0A5D699B95D}" srcOrd="0" destOrd="0" presId="urn:microsoft.com/office/officeart/2005/8/layout/hierarchy2"/>
    <dgm:cxn modelId="{F17C980C-AD44-4042-8CCB-D6AC2AE1E553}" type="presParOf" srcId="{58ECC65E-E805-48A9-A0BE-A0A5D699B95D}" destId="{3C369C3C-5F28-4D74-B6E9-1CA000F3D412}" srcOrd="0" destOrd="0" presId="urn:microsoft.com/office/officeart/2005/8/layout/hierarchy2"/>
    <dgm:cxn modelId="{A6BBA6D9-6B85-4409-9AFF-622A434FBAAA}" type="presParOf" srcId="{8F525CB0-3CF6-4C02-BB50-9B665835ECE8}" destId="{7290FD58-EB40-4D52-B658-CB9613668623}" srcOrd="1" destOrd="0" presId="urn:microsoft.com/office/officeart/2005/8/layout/hierarchy2"/>
    <dgm:cxn modelId="{691C3137-55D8-4B22-91A1-C2B3C1B9FB49}" type="presParOf" srcId="{7290FD58-EB40-4D52-B658-CB9613668623}" destId="{5247E833-1411-445A-ADBA-B8CA997AEA37}" srcOrd="0" destOrd="0" presId="urn:microsoft.com/office/officeart/2005/8/layout/hierarchy2"/>
    <dgm:cxn modelId="{646FE366-5E25-429D-8E62-3EE10B7905C2}" type="presParOf" srcId="{7290FD58-EB40-4D52-B658-CB9613668623}" destId="{57FA5F36-B8A6-4A8F-948E-B83976464F6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23E4C-C68B-4C71-A338-78B651544936}">
      <dsp:nvSpPr>
        <dsp:cNvPr id="0" name=""/>
        <dsp:cNvSpPr/>
      </dsp:nvSpPr>
      <dsp:spPr>
        <a:xfrm>
          <a:off x="1947556" y="3141902"/>
          <a:ext cx="2092637" cy="923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SmartHub</a:t>
          </a:r>
          <a:endParaRPr lang="en-US" sz="3200" kern="1200" dirty="0">
            <a:solidFill>
              <a:schemeClr val="bg2"/>
            </a:solidFill>
          </a:endParaRPr>
        </a:p>
      </dsp:txBody>
      <dsp:txXfrm>
        <a:off x="1974590" y="3168936"/>
        <a:ext cx="2038569" cy="868945"/>
      </dsp:txXfrm>
    </dsp:sp>
    <dsp:sp modelId="{3AEFCCAC-2AB8-408D-8F40-0A6897725634}">
      <dsp:nvSpPr>
        <dsp:cNvPr id="0" name=""/>
        <dsp:cNvSpPr/>
      </dsp:nvSpPr>
      <dsp:spPr>
        <a:xfrm rot="17011407">
          <a:off x="2830542" y="2058679"/>
          <a:ext cx="3157715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3157715" y="964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4330456" y="1989383"/>
        <a:ext cx="157885" cy="157885"/>
      </dsp:txXfrm>
    </dsp:sp>
    <dsp:sp modelId="{4D0E3FBB-3121-4E90-9922-07E3F9364296}">
      <dsp:nvSpPr>
        <dsp:cNvPr id="0" name=""/>
        <dsp:cNvSpPr/>
      </dsp:nvSpPr>
      <dsp:spPr>
        <a:xfrm>
          <a:off x="4778605" y="71737"/>
          <a:ext cx="1846026" cy="9230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</a:rPr>
            <a:t>Home</a:t>
          </a:r>
        </a:p>
      </dsp:txBody>
      <dsp:txXfrm>
        <a:off x="4805639" y="98771"/>
        <a:ext cx="1791958" cy="868945"/>
      </dsp:txXfrm>
    </dsp:sp>
    <dsp:sp modelId="{290744AD-CFB2-495D-9BF9-29B0C5118452}">
      <dsp:nvSpPr>
        <dsp:cNvPr id="0" name=""/>
        <dsp:cNvSpPr/>
      </dsp:nvSpPr>
      <dsp:spPr>
        <a:xfrm rot="17411025">
          <a:off x="3339338" y="2589411"/>
          <a:ext cx="2140122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2140122" y="964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4355896" y="2545556"/>
        <a:ext cx="107006" cy="107006"/>
      </dsp:txXfrm>
    </dsp:sp>
    <dsp:sp modelId="{B35A0D83-92D0-4DDB-97A8-873152350A74}">
      <dsp:nvSpPr>
        <dsp:cNvPr id="0" name=""/>
        <dsp:cNvSpPr/>
      </dsp:nvSpPr>
      <dsp:spPr>
        <a:xfrm>
          <a:off x="4778605" y="1133202"/>
          <a:ext cx="1846026" cy="9230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Pricing</a:t>
          </a:r>
        </a:p>
      </dsp:txBody>
      <dsp:txXfrm>
        <a:off x="4805639" y="1160236"/>
        <a:ext cx="1791958" cy="868945"/>
      </dsp:txXfrm>
    </dsp:sp>
    <dsp:sp modelId="{0B39B48A-ECAA-4991-B915-5469C249A392}">
      <dsp:nvSpPr>
        <dsp:cNvPr id="0" name=""/>
        <dsp:cNvSpPr/>
      </dsp:nvSpPr>
      <dsp:spPr>
        <a:xfrm rot="18191244">
          <a:off x="6319340" y="1020586"/>
          <a:ext cx="1348992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1348992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60112" y="996508"/>
        <a:ext cx="67449" cy="67449"/>
      </dsp:txXfrm>
    </dsp:sp>
    <dsp:sp modelId="{D899DACF-6CAF-44E2-A371-31D0E18BAC2E}">
      <dsp:nvSpPr>
        <dsp:cNvPr id="0" name=""/>
        <dsp:cNvSpPr/>
      </dsp:nvSpPr>
      <dsp:spPr>
        <a:xfrm>
          <a:off x="7363042" y="4251"/>
          <a:ext cx="2177241" cy="9230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Basic (9$/month)</a:t>
          </a:r>
        </a:p>
      </dsp:txBody>
      <dsp:txXfrm>
        <a:off x="7390076" y="31285"/>
        <a:ext cx="2123173" cy="868945"/>
      </dsp:txXfrm>
    </dsp:sp>
    <dsp:sp modelId="{91256440-8044-4D74-A0C0-A3A65FDAC66D}">
      <dsp:nvSpPr>
        <dsp:cNvPr id="0" name=""/>
        <dsp:cNvSpPr/>
      </dsp:nvSpPr>
      <dsp:spPr>
        <a:xfrm>
          <a:off x="9540283" y="456110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9891028" y="447297"/>
        <a:ext cx="36920" cy="36920"/>
      </dsp:txXfrm>
    </dsp:sp>
    <dsp:sp modelId="{BE50EB23-A3FE-468F-832C-DDFF4AD7BDC1}">
      <dsp:nvSpPr>
        <dsp:cNvPr id="0" name=""/>
        <dsp:cNvSpPr/>
      </dsp:nvSpPr>
      <dsp:spPr>
        <a:xfrm>
          <a:off x="10278694" y="4251"/>
          <a:ext cx="2437789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Click Choose Basic button</a:t>
          </a:r>
        </a:p>
      </dsp:txBody>
      <dsp:txXfrm>
        <a:off x="10305728" y="31285"/>
        <a:ext cx="2383721" cy="868945"/>
      </dsp:txXfrm>
    </dsp:sp>
    <dsp:sp modelId="{17A10860-9822-45E7-B5F0-E13073F22A0A}">
      <dsp:nvSpPr>
        <dsp:cNvPr id="0" name=""/>
        <dsp:cNvSpPr/>
      </dsp:nvSpPr>
      <dsp:spPr>
        <a:xfrm>
          <a:off x="12716483" y="456110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3067228" y="447297"/>
        <a:ext cx="36920" cy="36920"/>
      </dsp:txXfrm>
    </dsp:sp>
    <dsp:sp modelId="{BA0268E3-C9F6-403C-947D-FA6C7DCC50D9}">
      <dsp:nvSpPr>
        <dsp:cNvPr id="0" name=""/>
        <dsp:cNvSpPr/>
      </dsp:nvSpPr>
      <dsp:spPr>
        <a:xfrm>
          <a:off x="13454894" y="4251"/>
          <a:ext cx="1993302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Login page</a:t>
          </a:r>
        </a:p>
      </dsp:txBody>
      <dsp:txXfrm>
        <a:off x="13481928" y="31285"/>
        <a:ext cx="1939234" cy="868945"/>
      </dsp:txXfrm>
    </dsp:sp>
    <dsp:sp modelId="{2B25E91C-AA78-4A14-AB97-9C6DB3A6D4F2}">
      <dsp:nvSpPr>
        <dsp:cNvPr id="0" name=""/>
        <dsp:cNvSpPr/>
      </dsp:nvSpPr>
      <dsp:spPr>
        <a:xfrm rot="21286682">
          <a:off x="6623093" y="1551318"/>
          <a:ext cx="741488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41488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75300" y="1542429"/>
        <a:ext cx="37074" cy="37074"/>
      </dsp:txXfrm>
    </dsp:sp>
    <dsp:sp modelId="{2A104267-E7DE-4665-A525-D6E0AD43524B}">
      <dsp:nvSpPr>
        <dsp:cNvPr id="0" name=""/>
        <dsp:cNvSpPr/>
      </dsp:nvSpPr>
      <dsp:spPr>
        <a:xfrm>
          <a:off x="7363042" y="1065716"/>
          <a:ext cx="2384199" cy="9230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Pro (29$/month)</a:t>
          </a:r>
        </a:p>
      </dsp:txBody>
      <dsp:txXfrm>
        <a:off x="7390076" y="1092750"/>
        <a:ext cx="2330131" cy="868945"/>
      </dsp:txXfrm>
    </dsp:sp>
    <dsp:sp modelId="{35387BDE-3993-4B07-B94A-8D6FE4C24B63}">
      <dsp:nvSpPr>
        <dsp:cNvPr id="0" name=""/>
        <dsp:cNvSpPr/>
      </dsp:nvSpPr>
      <dsp:spPr>
        <a:xfrm>
          <a:off x="9747241" y="1517575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0097986" y="1508763"/>
        <a:ext cx="36920" cy="36920"/>
      </dsp:txXfrm>
    </dsp:sp>
    <dsp:sp modelId="{C836A406-03ED-49D6-8A40-C743F1693861}">
      <dsp:nvSpPr>
        <dsp:cNvPr id="0" name=""/>
        <dsp:cNvSpPr/>
      </dsp:nvSpPr>
      <dsp:spPr>
        <a:xfrm>
          <a:off x="10485652" y="1065716"/>
          <a:ext cx="2328670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Click Choose Pro button</a:t>
          </a:r>
        </a:p>
      </dsp:txBody>
      <dsp:txXfrm>
        <a:off x="10512686" y="1092750"/>
        <a:ext cx="2274602" cy="868945"/>
      </dsp:txXfrm>
    </dsp:sp>
    <dsp:sp modelId="{8B8A3D86-0107-488E-B23C-A96E71791C7E}">
      <dsp:nvSpPr>
        <dsp:cNvPr id="0" name=""/>
        <dsp:cNvSpPr/>
      </dsp:nvSpPr>
      <dsp:spPr>
        <a:xfrm>
          <a:off x="12814323" y="1517575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3165068" y="1508763"/>
        <a:ext cx="36920" cy="36920"/>
      </dsp:txXfrm>
    </dsp:sp>
    <dsp:sp modelId="{DF8FE6BB-AB4B-43F0-BDB6-FC79FC52BB00}">
      <dsp:nvSpPr>
        <dsp:cNvPr id="0" name=""/>
        <dsp:cNvSpPr/>
      </dsp:nvSpPr>
      <dsp:spPr>
        <a:xfrm>
          <a:off x="13552733" y="1065716"/>
          <a:ext cx="1846026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Login page</a:t>
          </a:r>
        </a:p>
      </dsp:txBody>
      <dsp:txXfrm>
        <a:off x="13579767" y="1092750"/>
        <a:ext cx="1791958" cy="868945"/>
      </dsp:txXfrm>
    </dsp:sp>
    <dsp:sp modelId="{711182BC-8ABC-4CEC-AB83-06D136A8014E}">
      <dsp:nvSpPr>
        <dsp:cNvPr id="0" name=""/>
        <dsp:cNvSpPr/>
      </dsp:nvSpPr>
      <dsp:spPr>
        <a:xfrm rot="3310531">
          <a:off x="6347316" y="2115794"/>
          <a:ext cx="1293042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1293042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61511" y="2093116"/>
        <a:ext cx="64652" cy="64652"/>
      </dsp:txXfrm>
    </dsp:sp>
    <dsp:sp modelId="{F050AE1C-F9C8-49D9-9444-2D9E7938E112}">
      <dsp:nvSpPr>
        <dsp:cNvPr id="0" name=""/>
        <dsp:cNvSpPr/>
      </dsp:nvSpPr>
      <dsp:spPr>
        <a:xfrm>
          <a:off x="7363042" y="2127182"/>
          <a:ext cx="2591157" cy="10579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Enterprise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(99$/month)</a:t>
          </a:r>
        </a:p>
      </dsp:txBody>
      <dsp:txXfrm>
        <a:off x="7394029" y="2158169"/>
        <a:ext cx="2529183" cy="996011"/>
      </dsp:txXfrm>
    </dsp:sp>
    <dsp:sp modelId="{80A62B89-69A4-4C01-B862-6FDCAF152D77}">
      <dsp:nvSpPr>
        <dsp:cNvPr id="0" name=""/>
        <dsp:cNvSpPr/>
      </dsp:nvSpPr>
      <dsp:spPr>
        <a:xfrm>
          <a:off x="9954199" y="2646527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0304945" y="2637714"/>
        <a:ext cx="36920" cy="36920"/>
      </dsp:txXfrm>
    </dsp:sp>
    <dsp:sp modelId="{B75B663D-125E-4134-80F4-440A73512B5B}">
      <dsp:nvSpPr>
        <dsp:cNvPr id="0" name=""/>
        <dsp:cNvSpPr/>
      </dsp:nvSpPr>
      <dsp:spPr>
        <a:xfrm>
          <a:off x="10692610" y="2194668"/>
          <a:ext cx="2413790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Click Contact Sales</a:t>
          </a:r>
          <a:endParaRPr lang="en-US" sz="2800" kern="1200" dirty="0">
            <a:solidFill>
              <a:schemeClr val="bg2"/>
            </a:solidFill>
            <a:latin typeface="Aptos" panose="020B0004020202020204" pitchFamily="34" charset="0"/>
            <a:ea typeface="Aptos" panose="020B0004020202020204" pitchFamily="34" charset="0"/>
            <a:cs typeface="Arial" panose="020B0604020202020204" pitchFamily="34" charset="0"/>
          </a:endParaRPr>
        </a:p>
      </dsp:txBody>
      <dsp:txXfrm>
        <a:off x="10719644" y="2221702"/>
        <a:ext cx="2359722" cy="868945"/>
      </dsp:txXfrm>
    </dsp:sp>
    <dsp:sp modelId="{40D47F3C-B27F-4CBB-A70D-F4DDC6AD9ABD}">
      <dsp:nvSpPr>
        <dsp:cNvPr id="0" name=""/>
        <dsp:cNvSpPr/>
      </dsp:nvSpPr>
      <dsp:spPr>
        <a:xfrm>
          <a:off x="13106401" y="2646527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3457146" y="2637714"/>
        <a:ext cx="36920" cy="36920"/>
      </dsp:txXfrm>
    </dsp:sp>
    <dsp:sp modelId="{1C980D39-9945-4B68-A7FA-107F8ECE4DDD}">
      <dsp:nvSpPr>
        <dsp:cNvPr id="0" name=""/>
        <dsp:cNvSpPr/>
      </dsp:nvSpPr>
      <dsp:spPr>
        <a:xfrm>
          <a:off x="13844812" y="2194668"/>
          <a:ext cx="1846026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Contact page</a:t>
          </a:r>
        </a:p>
      </dsp:txBody>
      <dsp:txXfrm>
        <a:off x="13871846" y="2221702"/>
        <a:ext cx="1791958" cy="868945"/>
      </dsp:txXfrm>
    </dsp:sp>
    <dsp:sp modelId="{2BF94CB4-C163-4264-B009-B3D00E61F7C0}">
      <dsp:nvSpPr>
        <dsp:cNvPr id="0" name=""/>
        <dsp:cNvSpPr/>
      </dsp:nvSpPr>
      <dsp:spPr>
        <a:xfrm rot="1757721">
          <a:off x="3986052" y="3800910"/>
          <a:ext cx="846695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846695" y="964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4388232" y="3789391"/>
        <a:ext cx="42334" cy="42334"/>
      </dsp:txXfrm>
    </dsp:sp>
    <dsp:sp modelId="{1A988EB6-2DAD-41F7-9818-E61CF8CC7460}">
      <dsp:nvSpPr>
        <dsp:cNvPr id="0" name=""/>
        <dsp:cNvSpPr/>
      </dsp:nvSpPr>
      <dsp:spPr>
        <a:xfrm>
          <a:off x="4778605" y="3556200"/>
          <a:ext cx="1846026" cy="9230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Contact</a:t>
          </a:r>
        </a:p>
      </dsp:txBody>
      <dsp:txXfrm>
        <a:off x="4805639" y="3583234"/>
        <a:ext cx="1791958" cy="868945"/>
      </dsp:txXfrm>
    </dsp:sp>
    <dsp:sp modelId="{1FE4415C-1CC2-4A78-B9BC-E29962EB88C7}">
      <dsp:nvSpPr>
        <dsp:cNvPr id="0" name=""/>
        <dsp:cNvSpPr/>
      </dsp:nvSpPr>
      <dsp:spPr>
        <a:xfrm>
          <a:off x="6624632" y="4008059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75377" y="3999247"/>
        <a:ext cx="36920" cy="36920"/>
      </dsp:txXfrm>
    </dsp:sp>
    <dsp:sp modelId="{A9DDF0FB-1030-4FAD-A719-DD59FB0FB28E}">
      <dsp:nvSpPr>
        <dsp:cNvPr id="0" name=""/>
        <dsp:cNvSpPr/>
      </dsp:nvSpPr>
      <dsp:spPr>
        <a:xfrm>
          <a:off x="7363042" y="3323619"/>
          <a:ext cx="2725437" cy="13881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Need to fill in email and password</a:t>
          </a:r>
        </a:p>
      </dsp:txBody>
      <dsp:txXfrm>
        <a:off x="7403700" y="3364277"/>
        <a:ext cx="2644121" cy="1306859"/>
      </dsp:txXfrm>
    </dsp:sp>
    <dsp:sp modelId="{886A3D58-0FC4-49C8-B6FD-5512A16E126F}">
      <dsp:nvSpPr>
        <dsp:cNvPr id="0" name=""/>
        <dsp:cNvSpPr/>
      </dsp:nvSpPr>
      <dsp:spPr>
        <a:xfrm>
          <a:off x="10088479" y="4008059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0439225" y="3999247"/>
        <a:ext cx="36920" cy="36920"/>
      </dsp:txXfrm>
    </dsp:sp>
    <dsp:sp modelId="{A40CF01D-2651-41E4-9C3A-41C9991C2369}">
      <dsp:nvSpPr>
        <dsp:cNvPr id="0" name=""/>
        <dsp:cNvSpPr/>
      </dsp:nvSpPr>
      <dsp:spPr>
        <a:xfrm>
          <a:off x="10826890" y="3556200"/>
          <a:ext cx="1846026" cy="923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Send Message</a:t>
          </a:r>
        </a:p>
      </dsp:txBody>
      <dsp:txXfrm>
        <a:off x="10853924" y="3583234"/>
        <a:ext cx="1791958" cy="868945"/>
      </dsp:txXfrm>
    </dsp:sp>
    <dsp:sp modelId="{C2A4436D-B62F-49DF-A45C-527F2A83EFCE}">
      <dsp:nvSpPr>
        <dsp:cNvPr id="0" name=""/>
        <dsp:cNvSpPr/>
      </dsp:nvSpPr>
      <dsp:spPr>
        <a:xfrm rot="4588593">
          <a:off x="2830542" y="5128844"/>
          <a:ext cx="3157715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3157715" y="964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4330456" y="5059549"/>
        <a:ext cx="157885" cy="157885"/>
      </dsp:txXfrm>
    </dsp:sp>
    <dsp:sp modelId="{444A8567-0C18-42C8-99CC-11B3E3206B17}">
      <dsp:nvSpPr>
        <dsp:cNvPr id="0" name=""/>
        <dsp:cNvSpPr/>
      </dsp:nvSpPr>
      <dsp:spPr>
        <a:xfrm>
          <a:off x="4778605" y="6212068"/>
          <a:ext cx="1846026" cy="9230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Login</a:t>
          </a:r>
        </a:p>
      </dsp:txBody>
      <dsp:txXfrm>
        <a:off x="4805639" y="6239102"/>
        <a:ext cx="1791958" cy="868945"/>
      </dsp:txXfrm>
    </dsp:sp>
    <dsp:sp modelId="{0F25A8CB-902C-4252-B18F-95D24327B5F1}">
      <dsp:nvSpPr>
        <dsp:cNvPr id="0" name=""/>
        <dsp:cNvSpPr/>
      </dsp:nvSpPr>
      <dsp:spPr>
        <a:xfrm rot="17951713">
          <a:off x="6236938" y="6003182"/>
          <a:ext cx="1513798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1513798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55992" y="5974984"/>
        <a:ext cx="75689" cy="75689"/>
      </dsp:txXfrm>
    </dsp:sp>
    <dsp:sp modelId="{25A14380-1252-4C54-BD55-46D6CE2C2BDF}">
      <dsp:nvSpPr>
        <dsp:cNvPr id="0" name=""/>
        <dsp:cNvSpPr/>
      </dsp:nvSpPr>
      <dsp:spPr>
        <a:xfrm>
          <a:off x="7363042" y="4890578"/>
          <a:ext cx="2129945" cy="9230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Sign In</a:t>
          </a:r>
        </a:p>
      </dsp:txBody>
      <dsp:txXfrm>
        <a:off x="7390076" y="4917612"/>
        <a:ext cx="2075877" cy="868945"/>
      </dsp:txXfrm>
    </dsp:sp>
    <dsp:sp modelId="{A4A7C17E-CE12-4B0E-85FE-864A8B516CBE}">
      <dsp:nvSpPr>
        <dsp:cNvPr id="0" name=""/>
        <dsp:cNvSpPr/>
      </dsp:nvSpPr>
      <dsp:spPr>
        <a:xfrm>
          <a:off x="9492988" y="5342437"/>
          <a:ext cx="738410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38410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9843733" y="5333624"/>
        <a:ext cx="36920" cy="36920"/>
      </dsp:txXfrm>
    </dsp:sp>
    <dsp:sp modelId="{06935953-04C2-4F34-8789-664E2D4A4C74}">
      <dsp:nvSpPr>
        <dsp:cNvPr id="0" name=""/>
        <dsp:cNvSpPr/>
      </dsp:nvSpPr>
      <dsp:spPr>
        <a:xfrm>
          <a:off x="10231399" y="4850247"/>
          <a:ext cx="2847921" cy="10036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Fill the required and send</a:t>
          </a:r>
        </a:p>
      </dsp:txBody>
      <dsp:txXfrm>
        <a:off x="10260796" y="4879644"/>
        <a:ext cx="2789127" cy="944881"/>
      </dsp:txXfrm>
    </dsp:sp>
    <dsp:sp modelId="{98DC2E89-3CF4-4736-BD66-524B78BBAACE}">
      <dsp:nvSpPr>
        <dsp:cNvPr id="0" name=""/>
        <dsp:cNvSpPr/>
      </dsp:nvSpPr>
      <dsp:spPr>
        <a:xfrm rot="21345696">
          <a:off x="6623619" y="6636565"/>
          <a:ext cx="740435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740435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75326" y="6627702"/>
        <a:ext cx="37021" cy="37021"/>
      </dsp:txXfrm>
    </dsp:sp>
    <dsp:sp modelId="{B9B803E6-EB5E-4012-BA88-5A95040F9F1A}">
      <dsp:nvSpPr>
        <dsp:cNvPr id="0" name=""/>
        <dsp:cNvSpPr/>
      </dsp:nvSpPr>
      <dsp:spPr>
        <a:xfrm>
          <a:off x="7363042" y="6157344"/>
          <a:ext cx="2131311" cy="9230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Sign In with Google</a:t>
          </a:r>
        </a:p>
      </dsp:txBody>
      <dsp:txXfrm>
        <a:off x="7390076" y="6184378"/>
        <a:ext cx="2077243" cy="868945"/>
      </dsp:txXfrm>
    </dsp:sp>
    <dsp:sp modelId="{9FD845E8-15F6-4A17-B871-2F4B12F9E2EF}">
      <dsp:nvSpPr>
        <dsp:cNvPr id="0" name=""/>
        <dsp:cNvSpPr/>
      </dsp:nvSpPr>
      <dsp:spPr>
        <a:xfrm rot="21477608">
          <a:off x="9493347" y="6552609"/>
          <a:ext cx="3179931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3179931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11003814" y="6482758"/>
        <a:ext cx="158996" cy="158996"/>
      </dsp:txXfrm>
    </dsp:sp>
    <dsp:sp modelId="{BF099FFD-38D3-4245-B5EC-9A933689A5D4}">
      <dsp:nvSpPr>
        <dsp:cNvPr id="0" name=""/>
        <dsp:cNvSpPr/>
      </dsp:nvSpPr>
      <dsp:spPr>
        <a:xfrm>
          <a:off x="12672271" y="5879185"/>
          <a:ext cx="4279071" cy="1252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New window is going to open you need to select your account</a:t>
          </a:r>
        </a:p>
      </dsp:txBody>
      <dsp:txXfrm>
        <a:off x="12708969" y="5915883"/>
        <a:ext cx="4205675" cy="1179557"/>
      </dsp:txXfrm>
    </dsp:sp>
    <dsp:sp modelId="{621AA15D-B026-401A-922F-4EC60A808DFF}">
      <dsp:nvSpPr>
        <dsp:cNvPr id="0" name=""/>
        <dsp:cNvSpPr/>
      </dsp:nvSpPr>
      <dsp:spPr>
        <a:xfrm rot="3578037">
          <a:off x="6245761" y="7325018"/>
          <a:ext cx="1532407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1532407" y="964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6973655" y="7296355"/>
        <a:ext cx="76620" cy="76620"/>
      </dsp:txXfrm>
    </dsp:sp>
    <dsp:sp modelId="{4000A7EA-77C8-437C-AECA-14574FEA3589}">
      <dsp:nvSpPr>
        <dsp:cNvPr id="0" name=""/>
        <dsp:cNvSpPr/>
      </dsp:nvSpPr>
      <dsp:spPr>
        <a:xfrm>
          <a:off x="7399298" y="7534250"/>
          <a:ext cx="2089720" cy="9230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Sign Up</a:t>
          </a:r>
        </a:p>
      </dsp:txBody>
      <dsp:txXfrm>
        <a:off x="7426332" y="7561284"/>
        <a:ext cx="2035652" cy="868945"/>
      </dsp:txXfrm>
    </dsp:sp>
    <dsp:sp modelId="{58ECC65E-E805-48A9-A0BE-A0A5D699B95D}">
      <dsp:nvSpPr>
        <dsp:cNvPr id="0" name=""/>
        <dsp:cNvSpPr/>
      </dsp:nvSpPr>
      <dsp:spPr>
        <a:xfrm rot="20638753">
          <a:off x="9478783" y="7913371"/>
          <a:ext cx="527114" cy="19295"/>
        </a:xfrm>
        <a:custGeom>
          <a:avLst/>
          <a:gdLst/>
          <a:ahLst/>
          <a:cxnLst/>
          <a:rect l="0" t="0" r="0" b="0"/>
          <a:pathLst>
            <a:path>
              <a:moveTo>
                <a:pt x="0" y="9647"/>
              </a:moveTo>
              <a:lnTo>
                <a:pt x="527114" y="964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>
            <a:solidFill>
              <a:schemeClr val="bg2"/>
            </a:solidFill>
          </a:endParaRPr>
        </a:p>
      </dsp:txBody>
      <dsp:txXfrm>
        <a:off x="9729162" y="7909841"/>
        <a:ext cx="26355" cy="26355"/>
      </dsp:txXfrm>
    </dsp:sp>
    <dsp:sp modelId="{5247E833-1411-445A-ADBA-B8CA997AEA37}">
      <dsp:nvSpPr>
        <dsp:cNvPr id="0" name=""/>
        <dsp:cNvSpPr/>
      </dsp:nvSpPr>
      <dsp:spPr>
        <a:xfrm>
          <a:off x="9995661" y="7238996"/>
          <a:ext cx="3763070" cy="12225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rPr>
            <a:t>Fill the required and  press the Create Account button</a:t>
          </a:r>
        </a:p>
      </dsp:txBody>
      <dsp:txXfrm>
        <a:off x="10031469" y="7274804"/>
        <a:ext cx="3691454" cy="1150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24445" y="2717194"/>
            <a:ext cx="9345295" cy="1193800"/>
          </a:xfrm>
          <a:custGeom>
            <a:avLst/>
            <a:gdLst/>
            <a:ahLst/>
            <a:cxnLst/>
            <a:rect l="l" t="t" r="r" b="b"/>
            <a:pathLst>
              <a:path w="9345294" h="1193800">
                <a:moveTo>
                  <a:pt x="9345265" y="1193681"/>
                </a:moveTo>
                <a:lnTo>
                  <a:pt x="0" y="1193681"/>
                </a:lnTo>
                <a:lnTo>
                  <a:pt x="0" y="0"/>
                </a:lnTo>
                <a:lnTo>
                  <a:pt x="9345265" y="0"/>
                </a:lnTo>
                <a:lnTo>
                  <a:pt x="9345265" y="1193681"/>
                </a:lnTo>
                <a:close/>
              </a:path>
            </a:pathLst>
          </a:custGeom>
          <a:solidFill>
            <a:srgbClr val="4200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6050" y="2033703"/>
            <a:ext cx="9491999" cy="2244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4B017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805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07290"/>
                </a:solidFill>
                <a:latin typeface="Calibri"/>
                <a:cs typeface="Calibri"/>
              </a:defRPr>
            </a:lvl1pPr>
          </a:lstStyle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‹#›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4B017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805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07290"/>
                </a:solidFill>
                <a:latin typeface="Calibri"/>
                <a:cs typeface="Calibri"/>
              </a:defRPr>
            </a:lvl1pPr>
          </a:lstStyle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‹#›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4B017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07290"/>
                </a:solidFill>
                <a:latin typeface="Calibri"/>
                <a:cs typeface="Calibri"/>
              </a:defRPr>
            </a:lvl1pPr>
          </a:lstStyle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‹#›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4B017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07290"/>
                </a:solidFill>
                <a:latin typeface="Calibri"/>
                <a:cs typeface="Calibri"/>
              </a:defRPr>
            </a:lvl1pPr>
          </a:lstStyle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‹#›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07290"/>
                </a:solidFill>
                <a:latin typeface="Calibri"/>
                <a:cs typeface="Calibri"/>
              </a:defRPr>
            </a:lvl1pPr>
          </a:lstStyle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‹#›</a:t>
            </a:fld>
            <a:r>
              <a:rPr dirty="0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2851" y="804683"/>
            <a:ext cx="17638397" cy="948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4B017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5077" y="4017936"/>
            <a:ext cx="8182609" cy="420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805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11680" y="10455082"/>
            <a:ext cx="363855" cy="347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607290"/>
                </a:solidFill>
                <a:latin typeface="Calibri"/>
                <a:cs typeface="Calibri"/>
              </a:defRPr>
            </a:lvl1pPr>
          </a:lstStyle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‹#›</a:t>
            </a:fld>
            <a:r>
              <a:rPr dirty="0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44006E"/>
            </a:gs>
            <a:gs pos="59000">
              <a:srgbClr val="46007C"/>
            </a:gs>
            <a:gs pos="100000">
              <a:srgbClr val="44006E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9695" y="2379508"/>
            <a:ext cx="10389870" cy="981710"/>
          </a:xfrm>
          <a:custGeom>
            <a:avLst/>
            <a:gdLst/>
            <a:ahLst/>
            <a:cxnLst/>
            <a:rect l="l" t="t" r="r" b="b"/>
            <a:pathLst>
              <a:path w="10389869" h="981710">
                <a:moveTo>
                  <a:pt x="10389736" y="981645"/>
                </a:moveTo>
                <a:lnTo>
                  <a:pt x="0" y="981645"/>
                </a:lnTo>
                <a:lnTo>
                  <a:pt x="0" y="0"/>
                </a:lnTo>
                <a:lnTo>
                  <a:pt x="10389736" y="0"/>
                </a:lnTo>
                <a:lnTo>
                  <a:pt x="10389736" y="981645"/>
                </a:lnTo>
                <a:close/>
              </a:path>
            </a:pathLst>
          </a:custGeom>
          <a:solidFill>
            <a:srgbClr val="46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74362" y="1868787"/>
            <a:ext cx="10348595" cy="1772920"/>
          </a:xfrm>
          <a:prstGeom prst="rect">
            <a:avLst/>
          </a:prstGeom>
          <a:solidFill>
            <a:srgbClr val="46007B"/>
          </a:solidFill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450" spc="1100" dirty="0">
                <a:solidFill>
                  <a:srgbClr val="FFFFFF"/>
                </a:solidFill>
              </a:rPr>
              <a:t>SmartHub</a:t>
            </a:r>
            <a:r>
              <a:rPr sz="11450" spc="930" dirty="0">
                <a:solidFill>
                  <a:srgbClr val="FFFFFF"/>
                </a:solidFill>
              </a:rPr>
              <a:t> </a:t>
            </a:r>
            <a:r>
              <a:rPr sz="11450" spc="1130" dirty="0">
                <a:solidFill>
                  <a:srgbClr val="FFFFFF"/>
                </a:solidFill>
              </a:rPr>
              <a:t>APP</a:t>
            </a:r>
            <a:endParaRPr sz="11450" dirty="0"/>
          </a:p>
        </p:txBody>
      </p:sp>
      <p:sp>
        <p:nvSpPr>
          <p:cNvPr id="4" name="object 4"/>
          <p:cNvSpPr/>
          <p:nvPr/>
        </p:nvSpPr>
        <p:spPr>
          <a:xfrm>
            <a:off x="15706" y="3973700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5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46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13792" y="3886308"/>
            <a:ext cx="6669733" cy="60721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3850" dirty="0">
                <a:solidFill>
                  <a:schemeClr val="bg1"/>
                </a:solidFill>
                <a:latin typeface="Arial MT"/>
                <a:cs typeface="Arial MT"/>
              </a:rPr>
              <a:t>FINAL PROJECT – GROUP 2</a:t>
            </a:r>
            <a:endParaRPr sz="38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29693" y="5654277"/>
            <a:ext cx="9946757" cy="430083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440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14508" y="5525089"/>
            <a:ext cx="5037542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Mohammed</a:t>
            </a:r>
            <a:r>
              <a:rPr sz="3200" spc="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55" dirty="0" err="1">
                <a:solidFill>
                  <a:srgbClr val="FFFFFF"/>
                </a:solidFill>
                <a:latin typeface="Calibri"/>
                <a:cs typeface="Calibri"/>
              </a:rPr>
              <a:t>Algaramiz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9205" y="5541450"/>
            <a:ext cx="407035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Mohammed</a:t>
            </a:r>
            <a:r>
              <a:rPr sz="32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Calibri"/>
                <a:cs typeface="Calibri"/>
              </a:rPr>
              <a:t>Alahmadi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13449" y="6156879"/>
            <a:ext cx="8305801" cy="64079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4500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85303" y="6044052"/>
            <a:ext cx="170688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80" dirty="0">
                <a:solidFill>
                  <a:srgbClr val="FFFFFF"/>
                </a:solidFill>
                <a:latin typeface="Arial MT"/>
                <a:cs typeface="Arial MT"/>
              </a:rPr>
              <a:t>2240000471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55514" y="6011331"/>
            <a:ext cx="1673860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-495" dirty="0">
                <a:solidFill>
                  <a:srgbClr val="FFFFFF"/>
                </a:solidFill>
                <a:latin typeface="Courier New"/>
                <a:cs typeface="Courier New"/>
              </a:rPr>
              <a:t>2240006081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29695" y="7790338"/>
            <a:ext cx="9946756" cy="505927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4600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90775" y="7661150"/>
            <a:ext cx="3895725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Hussain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70" dirty="0" err="1">
                <a:solidFill>
                  <a:srgbClr val="FFFFFF"/>
                </a:solidFill>
                <a:latin typeface="Arial MT"/>
                <a:cs typeface="Arial MT"/>
              </a:rPr>
              <a:t>Alshakhs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15385" y="7677510"/>
            <a:ext cx="35610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Muhannad</a:t>
            </a:r>
            <a:r>
              <a:rPr sz="28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 err="1">
                <a:solidFill>
                  <a:srgbClr val="FFFFFF"/>
                </a:solidFill>
                <a:latin typeface="Arial MT"/>
                <a:cs typeface="Arial MT"/>
              </a:rPr>
              <a:t>AlM</a:t>
            </a:r>
            <a:r>
              <a:rPr lang="en-US" sz="2800" spc="-35" dirty="0" err="1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35" dirty="0" err="1">
                <a:solidFill>
                  <a:srgbClr val="FFFFFF"/>
                </a:solidFill>
                <a:latin typeface="Arial MT"/>
                <a:cs typeface="Arial MT"/>
              </a:rPr>
              <a:t>sad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32449" y="8292941"/>
            <a:ext cx="9144001" cy="325322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45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70819" y="8180113"/>
            <a:ext cx="174243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40" dirty="0">
                <a:solidFill>
                  <a:srgbClr val="FFFFFF"/>
                </a:solidFill>
                <a:latin typeface="Consolas"/>
                <a:cs typeface="Consolas"/>
              </a:rPr>
              <a:t>2240006922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62276" y="8180113"/>
            <a:ext cx="174243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40" dirty="0">
                <a:solidFill>
                  <a:srgbClr val="FFFFFF"/>
                </a:solidFill>
                <a:latin typeface="Consolas"/>
                <a:cs typeface="Consolas"/>
              </a:rPr>
              <a:t>2240006837</a:t>
            </a:r>
            <a:endParaRPr sz="27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188384"/>
            <a:ext cx="8324353" cy="6282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7638397" cy="987639"/>
          </a:xfrm>
          <a:prstGeom prst="rect">
            <a:avLst/>
          </a:prstGeom>
        </p:spPr>
        <p:txBody>
          <a:bodyPr vert="horz" wrap="square" lIns="0" tIns="63687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4"/>
              </a:spcBef>
            </a:pPr>
            <a:r>
              <a:rPr sz="6000" spc="185" dirty="0">
                <a:latin typeface="Arial Rounded MT Bold" panose="020F0704030504030204" pitchFamily="34" charset="0"/>
                <a:cs typeface="Arial MT"/>
              </a:rPr>
              <a:t>Executive</a:t>
            </a:r>
            <a:r>
              <a:rPr sz="6000" spc="165" dirty="0"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265" dirty="0">
                <a:solidFill>
                  <a:srgbClr val="520183"/>
                </a:solidFill>
                <a:latin typeface="Arial Rounded MT Bold" panose="020F0704030504030204" pitchFamily="34" charset="0"/>
                <a:cs typeface="Arial MT"/>
              </a:rPr>
              <a:t>Summary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902" y="2705803"/>
            <a:ext cx="8835148" cy="77848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" marR="407034" indent="18415">
              <a:lnSpc>
                <a:spcPct val="128800"/>
              </a:lnSpc>
              <a:spcBef>
                <a:spcPts val="95"/>
              </a:spcBef>
            </a:pPr>
            <a:r>
              <a:rPr sz="2800" spc="15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SmartHub</a:t>
            </a:r>
            <a:r>
              <a:rPr sz="2800" spc="2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9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800" spc="16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45" dirty="0">
                <a:solidFill>
                  <a:srgbClr val="1315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800" spc="130" dirty="0">
                <a:solidFill>
                  <a:srgbClr val="1315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sz="2800" spc="19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sz="2800" spc="14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2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sz="2800" spc="2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95" dirty="0">
                <a:solidFill>
                  <a:srgbClr val="1123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 </a:t>
            </a:r>
            <a:r>
              <a:rPr sz="2800" spc="10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tailored</a:t>
            </a:r>
            <a:r>
              <a:rPr sz="2800" spc="9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95" dirty="0">
                <a:solidFill>
                  <a:srgbClr val="131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800" spc="155" dirty="0">
                <a:solidFill>
                  <a:srgbClr val="131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14" dirty="0">
                <a:solidFill>
                  <a:srgbClr val="5752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r>
              <a:rPr sz="2800" spc="215" dirty="0">
                <a:solidFill>
                  <a:srgbClr val="5752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35" dirty="0">
                <a:solidFill>
                  <a:srgbClr val="2142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spc="195" dirty="0">
                <a:solidFill>
                  <a:srgbClr val="2142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2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medium-</a:t>
            </a:r>
            <a:r>
              <a:rPr sz="2800" spc="9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sized</a:t>
            </a:r>
            <a:r>
              <a:rPr sz="2800" spc="33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9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enterprises </a:t>
            </a:r>
            <a:r>
              <a:rPr sz="2800" spc="-1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(SMEs).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384" marR="1777364" indent="2540">
              <a:lnSpc>
                <a:spcPct val="112700"/>
              </a:lnSpc>
              <a:spcBef>
                <a:spcPts val="2925"/>
              </a:spcBef>
            </a:pPr>
            <a:r>
              <a:rPr sz="28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sz="2800" spc="-17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</a:t>
            </a:r>
            <a:r>
              <a:rPr sz="2800" spc="-145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sz="2800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7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</a:t>
            </a:r>
            <a:r>
              <a:rPr sz="2800" spc="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delivers</a:t>
            </a:r>
            <a:r>
              <a:rPr sz="2800" spc="-9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0" dirty="0">
                <a:solidFill>
                  <a:srgbClr val="2823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800" spc="-5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</a:t>
            </a:r>
            <a:r>
              <a:rPr sz="2800" spc="35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0" dirty="0">
                <a:solidFill>
                  <a:srgbClr val="0C07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sz="2800" spc="-100" dirty="0">
                <a:solidFill>
                  <a:srgbClr val="0C07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3705" indent="-400050">
              <a:lnSpc>
                <a:spcPct val="100000"/>
              </a:lnSpc>
              <a:spcBef>
                <a:spcPts val="3304"/>
              </a:spcBef>
              <a:buClr>
                <a:srgbClr val="1A184B"/>
              </a:buClr>
              <a:buChar char="•"/>
              <a:tabLst>
                <a:tab pos="433705" algn="l"/>
              </a:tabLst>
            </a:pPr>
            <a:r>
              <a:rPr sz="2800" spc="5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</a:t>
            </a:r>
            <a:r>
              <a:rPr sz="2800" spc="2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6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Authentication:</a:t>
            </a:r>
            <a:r>
              <a:rPr sz="2800" spc="-17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</a:t>
            </a:r>
            <a:r>
              <a:rPr sz="28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sz="2800" spc="26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C21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sz="2800" spc="50" dirty="0">
                <a:solidFill>
                  <a:srgbClr val="0C21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0" dirty="0">
                <a:solidFill>
                  <a:srgbClr val="2824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4815">
              <a:lnSpc>
                <a:spcPct val="100000"/>
              </a:lnSpc>
              <a:spcBef>
                <a:spcPts val="509"/>
              </a:spcBef>
            </a:pPr>
            <a:r>
              <a:rPr sz="2800" spc="-1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registration.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8625" marR="1105535" indent="-392430">
              <a:lnSpc>
                <a:spcPct val="132500"/>
              </a:lnSpc>
              <a:spcBef>
                <a:spcPts val="1280"/>
              </a:spcBef>
              <a:buChar char="•"/>
              <a:tabLst>
                <a:tab pos="428625" algn="l"/>
                <a:tab pos="433070" algn="l"/>
                <a:tab pos="6824345" algn="l"/>
              </a:tabLst>
            </a:pPr>
            <a:r>
              <a:rPr sz="2800" dirty="0">
                <a:solidFill>
                  <a:srgbClr val="1F1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800" spc="204" dirty="0">
                <a:solidFill>
                  <a:srgbClr val="1F18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r>
              <a:rPr sz="2800" spc="250" dirty="0">
                <a:solidFill>
                  <a:srgbClr val="1F18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9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  <a:r>
              <a:rPr sz="2800" spc="7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8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</a:t>
            </a:r>
            <a:r>
              <a:rPr sz="2800" spc="1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sz="2800" spc="21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2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sz="2800" spc="12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95" dirty="0">
                <a:solidFill>
                  <a:srgbClr val="2623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800" spc="1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sz="2800" spc="20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85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queries.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9895" marR="5080" indent="-396875">
              <a:lnSpc>
                <a:spcPct val="116399"/>
              </a:lnSpc>
              <a:spcBef>
                <a:spcPts val="1545"/>
              </a:spcBef>
              <a:buClr>
                <a:srgbClr val="1D1850"/>
              </a:buClr>
              <a:buChar char="•"/>
              <a:tabLst>
                <a:tab pos="429895" algn="l"/>
              </a:tabLst>
            </a:pPr>
            <a:r>
              <a:rPr sz="28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</a:t>
            </a:r>
            <a:r>
              <a:rPr sz="2800" spc="17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Interface:</a:t>
            </a:r>
            <a:r>
              <a:rPr sz="2800" spc="135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Responsive</a:t>
            </a:r>
            <a:r>
              <a:rPr sz="2800" spc="229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2800" spc="114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800" spc="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131C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</a:t>
            </a:r>
            <a:r>
              <a:rPr sz="28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spc="65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lang="en-US" sz="3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50" spc="-25" dirty="0">
                <a:solidFill>
                  <a:srgbClr val="67707B"/>
                </a:solidFill>
                <a:latin typeface="Courier New"/>
                <a:cs typeface="Courier New"/>
              </a:rPr>
              <a:t>02</a:t>
            </a:r>
            <a:endParaRPr sz="24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3172678"/>
            <a:ext cx="8324353" cy="6282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sz="6000" spc="60" dirty="0">
                <a:solidFill>
                  <a:srgbClr val="4B0372"/>
                </a:solidFill>
                <a:latin typeface="Arial Rounded MT Bold" panose="020F0704030504030204" pitchFamily="34" charset="0"/>
                <a:cs typeface="Arial MT"/>
              </a:rPr>
              <a:t>The</a:t>
            </a:r>
            <a:r>
              <a:rPr sz="6000" spc="85" dirty="0">
                <a:solidFill>
                  <a:srgbClr val="4B0372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dirty="0">
                <a:solidFill>
                  <a:srgbClr val="4B0175"/>
                </a:solidFill>
                <a:latin typeface="Arial Rounded MT Bold" panose="020F0704030504030204" pitchFamily="34" charset="0"/>
                <a:cs typeface="Arial MT"/>
              </a:rPr>
              <a:t>Business</a:t>
            </a:r>
            <a:r>
              <a:rPr sz="6000" spc="225" dirty="0">
                <a:solidFill>
                  <a:srgbClr val="4B0175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204" dirty="0">
                <a:solidFill>
                  <a:srgbClr val="4B0175"/>
                </a:solidFill>
                <a:latin typeface="Arial Rounded MT Bold" panose="020F0704030504030204" pitchFamily="34" charset="0"/>
                <a:cs typeface="Arial MT"/>
              </a:rPr>
              <a:t>Problem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1881" y="10428736"/>
            <a:ext cx="31559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25" dirty="0">
                <a:solidFill>
                  <a:srgbClr val="747474"/>
                </a:solidFill>
                <a:latin typeface="Calibri"/>
                <a:cs typeface="Calibri"/>
              </a:rPr>
              <a:t>03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04948" y="2878573"/>
            <a:ext cx="8538702" cy="6901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 marR="5080" indent="1270">
              <a:lnSpc>
                <a:spcPct val="128800"/>
              </a:lnSpc>
              <a:spcBef>
                <a:spcPts val="95"/>
              </a:spcBef>
            </a:pPr>
            <a:r>
              <a:rPr sz="3200" spc="130" dirty="0">
                <a:solidFill>
                  <a:srgbClr val="1C1C1C"/>
                </a:solidFill>
                <a:latin typeface="Calibri"/>
                <a:cs typeface="Calibri"/>
              </a:rPr>
              <a:t>Micro-businesses</a:t>
            </a:r>
            <a:r>
              <a:rPr sz="32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181818"/>
                </a:solidFill>
                <a:latin typeface="Calibri"/>
                <a:cs typeface="Calibri"/>
              </a:rPr>
              <a:t>(Instagram/WhatsApp</a:t>
            </a:r>
            <a:r>
              <a:rPr sz="3200" spc="-3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85" dirty="0">
                <a:solidFill>
                  <a:srgbClr val="212121"/>
                </a:solidFill>
                <a:latin typeface="Calibri"/>
                <a:cs typeface="Calibri"/>
              </a:rPr>
              <a:t>sellers)</a:t>
            </a:r>
            <a:r>
              <a:rPr sz="3200" spc="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spc="90" dirty="0">
                <a:solidFill>
                  <a:srgbClr val="1C1C1C"/>
                </a:solidFill>
                <a:latin typeface="Calibri"/>
                <a:cs typeface="Calibri"/>
              </a:rPr>
              <a:t>face </a:t>
            </a:r>
            <a:r>
              <a:rPr sz="3200" spc="95" dirty="0">
                <a:solidFill>
                  <a:srgbClr val="181818"/>
                </a:solidFill>
                <a:latin typeface="Calibri"/>
                <a:cs typeface="Calibri"/>
              </a:rPr>
              <a:t>critical</a:t>
            </a:r>
            <a:r>
              <a:rPr sz="3200" spc="27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181818"/>
                </a:solidFill>
                <a:latin typeface="Calibri"/>
                <a:cs typeface="Calibri"/>
              </a:rPr>
              <a:t>operational</a:t>
            </a:r>
            <a:r>
              <a:rPr sz="3200" spc="32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161616"/>
                </a:solidFill>
                <a:latin typeface="Calibri"/>
                <a:cs typeface="Calibri"/>
              </a:rPr>
              <a:t>hurdles:</a:t>
            </a:r>
            <a:endParaRPr sz="3200" dirty="0">
              <a:latin typeface="Calibri"/>
              <a:cs typeface="Calibri"/>
            </a:endParaRPr>
          </a:p>
          <a:p>
            <a:pPr marL="407670" indent="-394970">
              <a:lnSpc>
                <a:spcPct val="100000"/>
              </a:lnSpc>
              <a:spcBef>
                <a:spcPts val="3385"/>
              </a:spcBef>
              <a:buClr>
                <a:srgbClr val="1D1650"/>
              </a:buClr>
              <a:buChar char="•"/>
              <a:tabLst>
                <a:tab pos="407670" algn="l"/>
              </a:tabLst>
            </a:pPr>
            <a:r>
              <a:rPr sz="3200" dirty="0">
                <a:solidFill>
                  <a:srgbClr val="131313"/>
                </a:solidFill>
                <a:latin typeface="Calibri"/>
                <a:cs typeface="Calibri"/>
              </a:rPr>
              <a:t>Chaos</a:t>
            </a:r>
            <a:r>
              <a:rPr sz="3200" spc="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234F"/>
                </a:solidFill>
                <a:latin typeface="Calibri"/>
                <a:cs typeface="Calibri"/>
              </a:rPr>
              <a:t>of</a:t>
            </a:r>
            <a:r>
              <a:rPr sz="3200" spc="-90" dirty="0">
                <a:solidFill>
                  <a:srgbClr val="1F234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F42"/>
                </a:solidFill>
                <a:latin typeface="Calibri"/>
                <a:cs typeface="Calibri"/>
              </a:rPr>
              <a:t>manual</a:t>
            </a:r>
            <a:r>
              <a:rPr sz="3200" spc="145" dirty="0">
                <a:solidFill>
                  <a:srgbClr val="1C1F4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31C54"/>
                </a:solidFill>
                <a:latin typeface="Calibri"/>
                <a:cs typeface="Calibri"/>
              </a:rPr>
              <a:t>order</a:t>
            </a:r>
            <a:r>
              <a:rPr sz="3200" spc="25" dirty="0">
                <a:solidFill>
                  <a:srgbClr val="231C5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A1A1A"/>
                </a:solidFill>
                <a:latin typeface="Calibri"/>
                <a:cs typeface="Calibri"/>
              </a:rPr>
              <a:t>management.</a:t>
            </a:r>
            <a:endParaRPr sz="3200" dirty="0">
              <a:latin typeface="Calibri"/>
              <a:cs typeface="Calibri"/>
            </a:endParaRPr>
          </a:p>
          <a:p>
            <a:pPr marL="408940" indent="-396240">
              <a:lnSpc>
                <a:spcPct val="100000"/>
              </a:lnSpc>
              <a:spcBef>
                <a:spcPts val="2095"/>
              </a:spcBef>
              <a:buClr>
                <a:srgbClr val="1C184D"/>
              </a:buClr>
              <a:buChar char="•"/>
              <a:tabLst>
                <a:tab pos="408940" algn="l"/>
              </a:tabLst>
            </a:pP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Difficult</a:t>
            </a:r>
            <a:r>
              <a:rPr sz="3200" spc="8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tracking</a:t>
            </a:r>
            <a:r>
              <a:rPr sz="3200" spc="11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62352"/>
                </a:solidFill>
                <a:latin typeface="Calibri"/>
                <a:cs typeface="Calibri"/>
              </a:rPr>
              <a:t>of</a:t>
            </a:r>
            <a:r>
              <a:rPr sz="3200" spc="-110" dirty="0">
                <a:solidFill>
                  <a:srgbClr val="2623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32323"/>
                </a:solidFill>
                <a:latin typeface="Calibri"/>
                <a:cs typeface="Calibri"/>
              </a:rPr>
              <a:t>bank</a:t>
            </a:r>
            <a:r>
              <a:rPr sz="32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transfer</a:t>
            </a:r>
            <a:r>
              <a:rPr sz="3200" spc="17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Calibri"/>
                <a:cs typeface="Calibri"/>
              </a:rPr>
              <a:t>receipts.</a:t>
            </a:r>
            <a:endParaRPr sz="3200" dirty="0">
              <a:latin typeface="Calibri"/>
              <a:cs typeface="Calibri"/>
            </a:endParaRPr>
          </a:p>
          <a:p>
            <a:pPr marL="410209" marR="1339850" indent="-395605">
              <a:lnSpc>
                <a:spcPct val="132500"/>
              </a:lnSpc>
              <a:spcBef>
                <a:spcPts val="1300"/>
              </a:spcBef>
              <a:buChar char="•"/>
              <a:tabLst>
                <a:tab pos="410209" algn="l"/>
                <a:tab pos="411480" algn="l"/>
              </a:tabLst>
            </a:pPr>
            <a:r>
              <a:rPr sz="3200" dirty="0">
                <a:solidFill>
                  <a:srgbClr val="211D49"/>
                </a:solidFill>
                <a:latin typeface="Calibri"/>
                <a:cs typeface="Calibri"/>
              </a:rPr>
              <a:t>	</a:t>
            </a:r>
            <a:r>
              <a:rPr sz="3200" spc="114" dirty="0">
                <a:solidFill>
                  <a:srgbClr val="1A1A1A"/>
                </a:solidFill>
                <a:latin typeface="Calibri"/>
                <a:cs typeface="Calibri"/>
              </a:rPr>
              <a:t>Fragmented</a:t>
            </a:r>
            <a:r>
              <a:rPr sz="3200" spc="2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95" dirty="0">
                <a:solidFill>
                  <a:srgbClr val="1F1F1F"/>
                </a:solidFill>
                <a:latin typeface="Calibri"/>
                <a:cs typeface="Calibri"/>
              </a:rPr>
              <a:t>chat-</a:t>
            </a:r>
            <a:r>
              <a:rPr sz="3200" spc="114" dirty="0">
                <a:solidFill>
                  <a:srgbClr val="1F1F1F"/>
                </a:solidFill>
                <a:latin typeface="Calibri"/>
                <a:cs typeface="Calibri"/>
              </a:rPr>
              <a:t>based</a:t>
            </a:r>
            <a:r>
              <a:rPr sz="3200" spc="29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135" dirty="0">
                <a:solidFill>
                  <a:srgbClr val="1F1F1F"/>
                </a:solidFill>
                <a:latin typeface="Calibri"/>
                <a:cs typeface="Calibri"/>
              </a:rPr>
              <a:t>shipping</a:t>
            </a:r>
            <a:r>
              <a:rPr sz="3200" spc="2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95" dirty="0">
                <a:solidFill>
                  <a:srgbClr val="1C1C1C"/>
                </a:solidFill>
                <a:latin typeface="Calibri"/>
                <a:cs typeface="Calibri"/>
              </a:rPr>
              <a:t>address </a:t>
            </a:r>
            <a:r>
              <a:rPr sz="3200" spc="90" dirty="0">
                <a:solidFill>
                  <a:srgbClr val="232323"/>
                </a:solidFill>
                <a:latin typeface="Calibri"/>
                <a:cs typeface="Calibri"/>
              </a:rPr>
              <a:t>collection.</a:t>
            </a:r>
            <a:endParaRPr sz="3200" dirty="0">
              <a:latin typeface="Calibri"/>
              <a:cs typeface="Calibri"/>
            </a:endParaRPr>
          </a:p>
          <a:p>
            <a:pPr marL="408940" indent="-396240">
              <a:lnSpc>
                <a:spcPct val="100000"/>
              </a:lnSpc>
              <a:spcBef>
                <a:spcPts val="2155"/>
              </a:spcBef>
              <a:buClr>
                <a:srgbClr val="2D2659"/>
              </a:buClr>
              <a:buChar char="•"/>
              <a:tabLst>
                <a:tab pos="408940" algn="l"/>
              </a:tabLst>
            </a:pPr>
            <a:r>
              <a:rPr sz="3200" dirty="0">
                <a:solidFill>
                  <a:srgbClr val="232B49"/>
                </a:solidFill>
                <a:latin typeface="Calibri"/>
                <a:cs typeface="Calibri"/>
              </a:rPr>
              <a:t>High</a:t>
            </a:r>
            <a:r>
              <a:rPr sz="3200" spc="75" dirty="0">
                <a:solidFill>
                  <a:srgbClr val="232B4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62626"/>
                </a:solidFill>
                <a:latin typeface="Calibri"/>
                <a:cs typeface="Calibri"/>
              </a:rPr>
              <a:t>error</a:t>
            </a:r>
            <a:r>
              <a:rPr sz="3200" spc="-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E0E0E"/>
                </a:solidFill>
                <a:latin typeface="Calibri"/>
                <a:cs typeface="Calibri"/>
              </a:rPr>
              <a:t>rates</a:t>
            </a:r>
            <a:r>
              <a:rPr sz="3200" spc="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12350"/>
                </a:solidFill>
                <a:latin typeface="Calibri"/>
                <a:cs typeface="Calibri"/>
              </a:rPr>
              <a:t>in</a:t>
            </a:r>
            <a:r>
              <a:rPr sz="3200" spc="10" dirty="0">
                <a:solidFill>
                  <a:srgbClr val="1123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F1F"/>
                </a:solidFill>
                <a:latin typeface="Calibri"/>
                <a:cs typeface="Calibri"/>
              </a:rPr>
              <a:t>inventory</a:t>
            </a:r>
            <a:r>
              <a:rPr sz="3200" spc="1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Calibri"/>
                <a:cs typeface="Calibri"/>
              </a:rPr>
              <a:t>updates.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3200" dirty="0">
              <a:latin typeface="Calibri"/>
              <a:cs typeface="Calibri"/>
            </a:endParaRPr>
          </a:p>
          <a:p>
            <a:pPr marL="253365" marR="1908810" indent="-10795">
              <a:lnSpc>
                <a:spcPct val="112700"/>
              </a:lnSpc>
            </a:pPr>
            <a:r>
              <a:rPr sz="3200" dirty="0">
                <a:solidFill>
                  <a:srgbClr val="83232D"/>
                </a:solidFill>
                <a:latin typeface="Calibri"/>
                <a:cs typeface="Calibri"/>
              </a:rPr>
              <a:t>Result:</a:t>
            </a:r>
            <a:r>
              <a:rPr sz="3200" spc="50" dirty="0">
                <a:solidFill>
                  <a:srgbClr val="83232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A1181F"/>
                </a:solidFill>
                <a:latin typeface="Calibri"/>
                <a:cs typeface="Calibri"/>
              </a:rPr>
              <a:t>Lost</a:t>
            </a:r>
            <a:r>
              <a:rPr sz="3200" spc="135" dirty="0">
                <a:solidFill>
                  <a:srgbClr val="A118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51D1F"/>
                </a:solidFill>
                <a:latin typeface="Calibri"/>
                <a:cs typeface="Calibri"/>
              </a:rPr>
              <a:t>sales</a:t>
            </a:r>
            <a:r>
              <a:rPr sz="3200" spc="90" dirty="0">
                <a:solidFill>
                  <a:srgbClr val="951D1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C282B"/>
                </a:solidFill>
                <a:latin typeface="Calibri"/>
                <a:cs typeface="Calibri"/>
              </a:rPr>
              <a:t>and</a:t>
            </a:r>
            <a:r>
              <a:rPr sz="3200" spc="110" dirty="0">
                <a:solidFill>
                  <a:srgbClr val="8C282B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A12D2D"/>
                </a:solidFill>
                <a:latin typeface="Calibri"/>
                <a:cs typeface="Calibri"/>
              </a:rPr>
              <a:t>poor</a:t>
            </a:r>
            <a:r>
              <a:rPr sz="3200" spc="310" dirty="0">
                <a:solidFill>
                  <a:srgbClr val="A12D2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83160F"/>
                </a:solidFill>
                <a:latin typeface="Calibri"/>
                <a:cs typeface="Calibri"/>
              </a:rPr>
              <a:t>customer </a:t>
            </a:r>
            <a:r>
              <a:rPr sz="3200" spc="-10" dirty="0">
                <a:solidFill>
                  <a:srgbClr val="911815"/>
                </a:solidFill>
                <a:latin typeface="Calibri"/>
                <a:cs typeface="Calibri"/>
              </a:rPr>
              <a:t>satisfaction.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7638397" cy="987639"/>
          </a:xfrm>
          <a:prstGeom prst="rect">
            <a:avLst/>
          </a:prstGeom>
        </p:spPr>
        <p:txBody>
          <a:bodyPr vert="horz" wrap="square" lIns="0" tIns="63687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14"/>
              </a:spcBef>
            </a:pPr>
            <a:r>
              <a:rPr sz="6000" spc="204" dirty="0">
                <a:latin typeface="Arial Rounded MT Bold" panose="020F0704030504030204" pitchFamily="34" charset="0"/>
                <a:cs typeface="Arial MT"/>
              </a:rPr>
              <a:t>Proposed</a:t>
            </a:r>
            <a:r>
              <a:rPr sz="6000" spc="60" dirty="0"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265" dirty="0">
                <a:solidFill>
                  <a:srgbClr val="4B007E"/>
                </a:solidFill>
                <a:latin typeface="Arial Rounded MT Bold" panose="020F0704030504030204" pitchFamily="34" charset="0"/>
                <a:cs typeface="Arial MT"/>
              </a:rPr>
              <a:t>Solution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902" y="10448076"/>
            <a:ext cx="35750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30"/>
              </a:lnSpc>
            </a:pPr>
            <a:r>
              <a:rPr sz="2450" spc="-150" dirty="0">
                <a:solidFill>
                  <a:srgbClr val="67707B"/>
                </a:solidFill>
                <a:latin typeface="Courier New"/>
                <a:cs typeface="Courier New"/>
              </a:rPr>
              <a:t>04</a:t>
            </a:r>
            <a:endParaRPr sz="24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7364" y="3830769"/>
            <a:ext cx="6804659" cy="19820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3600" spc="260" dirty="0">
                <a:solidFill>
                  <a:srgbClr val="380775"/>
                </a:solidFill>
                <a:latin typeface="Calibri"/>
                <a:cs typeface="Calibri"/>
              </a:rPr>
              <a:t>Product</a:t>
            </a:r>
            <a:r>
              <a:rPr sz="3600" spc="85" dirty="0">
                <a:solidFill>
                  <a:srgbClr val="380775"/>
                </a:solidFill>
                <a:latin typeface="Calibri"/>
                <a:cs typeface="Calibri"/>
              </a:rPr>
              <a:t> </a:t>
            </a:r>
            <a:r>
              <a:rPr sz="3600" spc="280" dirty="0">
                <a:solidFill>
                  <a:srgbClr val="420089"/>
                </a:solidFill>
                <a:latin typeface="Calibri"/>
                <a:cs typeface="Calibri"/>
              </a:rPr>
              <a:t>Links</a:t>
            </a:r>
            <a:endParaRPr sz="3600" dirty="0">
              <a:latin typeface="Calibri"/>
              <a:cs typeface="Calibri"/>
            </a:endParaRPr>
          </a:p>
          <a:p>
            <a:pPr marL="12700" marR="5080" indent="7620">
              <a:lnSpc>
                <a:spcPct val="116399"/>
              </a:lnSpc>
              <a:spcBef>
                <a:spcPts val="2355"/>
              </a:spcBef>
            </a:pP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Sellers</a:t>
            </a:r>
            <a:r>
              <a:rPr sz="3200" spc="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create</a:t>
            </a:r>
            <a:r>
              <a:rPr sz="3200" spc="-1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simple</a:t>
            </a:r>
            <a:r>
              <a:rPr sz="3200" spc="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42424"/>
                </a:solidFill>
                <a:latin typeface="Calibri"/>
                <a:cs typeface="Calibri"/>
              </a:rPr>
              <a:t>links</a:t>
            </a:r>
            <a:r>
              <a:rPr sz="3200" spc="-6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C183B"/>
                </a:solidFill>
                <a:latin typeface="Calibri"/>
                <a:cs typeface="Calibri"/>
              </a:rPr>
              <a:t>for</a:t>
            </a:r>
            <a:r>
              <a:rPr sz="3200" spc="-15" dirty="0">
                <a:solidFill>
                  <a:srgbClr val="0C183B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social</a:t>
            </a:r>
            <a:r>
              <a:rPr sz="3200" spc="3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F1F1F"/>
                </a:solidFill>
                <a:latin typeface="Calibri"/>
                <a:cs typeface="Calibri"/>
              </a:rPr>
              <a:t>media </a:t>
            </a:r>
            <a:r>
              <a:rPr sz="3200" spc="-10" dirty="0">
                <a:solidFill>
                  <a:srgbClr val="1A1A1A"/>
                </a:solidFill>
                <a:latin typeface="Calibri"/>
                <a:cs typeface="Calibri"/>
              </a:rPr>
              <a:t>bios.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0463" y="7097685"/>
            <a:ext cx="6955790" cy="143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229" dirty="0">
                <a:solidFill>
                  <a:srgbClr val="440080"/>
                </a:solidFill>
                <a:latin typeface="Calibri"/>
                <a:cs typeface="Calibri"/>
              </a:rPr>
              <a:t>Centralized</a:t>
            </a:r>
            <a:r>
              <a:rPr sz="3600" spc="145" dirty="0">
                <a:solidFill>
                  <a:srgbClr val="440080"/>
                </a:solidFill>
                <a:latin typeface="Calibri"/>
                <a:cs typeface="Calibri"/>
              </a:rPr>
              <a:t> </a:t>
            </a:r>
            <a:r>
              <a:rPr sz="3600" spc="245" dirty="0">
                <a:solidFill>
                  <a:srgbClr val="5607A0"/>
                </a:solidFill>
                <a:latin typeface="Calibri"/>
                <a:cs typeface="Calibri"/>
              </a:rPr>
              <a:t>Dashboard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65"/>
              </a:spcBef>
            </a:pPr>
            <a:r>
              <a:rPr sz="3200" spc="-75" dirty="0">
                <a:solidFill>
                  <a:srgbClr val="161616"/>
                </a:solidFill>
                <a:latin typeface="Calibri"/>
                <a:cs typeface="Calibri"/>
              </a:rPr>
              <a:t>Automated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1C1C1C"/>
                </a:solidFill>
                <a:latin typeface="Calibri"/>
                <a:cs typeface="Calibri"/>
              </a:rPr>
              <a:t>data</a:t>
            </a:r>
            <a:r>
              <a:rPr sz="3200" spc="-10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211C4F"/>
                </a:solidFill>
                <a:latin typeface="Calibri"/>
                <a:cs typeface="Calibri"/>
              </a:rPr>
              <a:t>organization</a:t>
            </a:r>
            <a:r>
              <a:rPr sz="3200" spc="30" dirty="0">
                <a:solidFill>
                  <a:srgbClr val="211C4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F163F"/>
                </a:solidFill>
                <a:latin typeface="Calibri"/>
                <a:cs typeface="Calibri"/>
              </a:rPr>
              <a:t>for</a:t>
            </a:r>
            <a:r>
              <a:rPr sz="3200" spc="-170" dirty="0">
                <a:solidFill>
                  <a:srgbClr val="0F163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sz="3200" spc="-18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1F1F1F"/>
                </a:solidFill>
                <a:latin typeface="Calibri"/>
                <a:cs typeface="Calibri"/>
              </a:rPr>
              <a:t>seller.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24579" y="3830769"/>
            <a:ext cx="5328285" cy="20812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260" dirty="0">
                <a:solidFill>
                  <a:srgbClr val="420067"/>
                </a:solidFill>
                <a:latin typeface="Calibri"/>
                <a:cs typeface="Calibri"/>
              </a:rPr>
              <a:t>Customer</a:t>
            </a:r>
            <a:r>
              <a:rPr sz="3600" spc="210" dirty="0">
                <a:solidFill>
                  <a:srgbClr val="420067"/>
                </a:solidFill>
                <a:latin typeface="Calibri"/>
                <a:cs typeface="Calibri"/>
              </a:rPr>
              <a:t> </a:t>
            </a:r>
            <a:r>
              <a:rPr sz="3600" spc="280" dirty="0">
                <a:solidFill>
                  <a:srgbClr val="410885"/>
                </a:solidFill>
                <a:latin typeface="Calibri"/>
                <a:cs typeface="Calibri"/>
              </a:rPr>
              <a:t>Flow</a:t>
            </a:r>
            <a:endParaRPr sz="3600" dirty="0">
              <a:latin typeface="Calibri"/>
              <a:cs typeface="Calibri"/>
            </a:endParaRPr>
          </a:p>
          <a:p>
            <a:pPr marL="16510" marR="5080" indent="3175">
              <a:lnSpc>
                <a:spcPct val="128800"/>
              </a:lnSpc>
              <a:spcBef>
                <a:spcPts val="2300"/>
              </a:spcBef>
            </a:pPr>
            <a:r>
              <a:rPr sz="3200" spc="110" dirty="0">
                <a:solidFill>
                  <a:srgbClr val="1C1C1C"/>
                </a:solidFill>
                <a:latin typeface="Calibri"/>
                <a:cs typeface="Calibri"/>
              </a:rPr>
              <a:t>Easy</a:t>
            </a:r>
            <a:r>
              <a:rPr sz="3200" spc="1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110" dirty="0">
                <a:solidFill>
                  <a:srgbClr val="071C59"/>
                </a:solidFill>
                <a:latin typeface="Calibri"/>
                <a:cs typeface="Calibri"/>
              </a:rPr>
              <a:t>product</a:t>
            </a:r>
            <a:r>
              <a:rPr sz="3200" spc="240" dirty="0">
                <a:solidFill>
                  <a:srgbClr val="071C59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rgbClr val="2A2B57"/>
                </a:solidFill>
                <a:latin typeface="Calibri"/>
                <a:cs typeface="Calibri"/>
              </a:rPr>
              <a:t>viewing</a:t>
            </a:r>
            <a:r>
              <a:rPr sz="3200" spc="270" dirty="0">
                <a:solidFill>
                  <a:srgbClr val="2A2B57"/>
                </a:solidFill>
                <a:latin typeface="Calibri"/>
                <a:cs typeface="Calibri"/>
              </a:rPr>
              <a:t> </a:t>
            </a:r>
            <a:r>
              <a:rPr sz="3200" spc="125" dirty="0">
                <a:solidFill>
                  <a:srgbClr val="312A54"/>
                </a:solidFill>
                <a:latin typeface="Calibri"/>
                <a:cs typeface="Calibri"/>
              </a:rPr>
              <a:t>and</a:t>
            </a:r>
            <a:r>
              <a:rPr sz="3200" spc="300" dirty="0">
                <a:solidFill>
                  <a:srgbClr val="312A54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1C1C1C"/>
                </a:solidFill>
                <a:latin typeface="Calibri"/>
                <a:cs typeface="Calibri"/>
              </a:rPr>
              <a:t>receipt </a:t>
            </a:r>
            <a:r>
              <a:rPr sz="3200" spc="130" dirty="0">
                <a:solidFill>
                  <a:srgbClr val="212121"/>
                </a:solidFill>
                <a:latin typeface="Calibri"/>
                <a:cs typeface="Calibri"/>
              </a:rPr>
              <a:t>uploading</a:t>
            </a:r>
            <a:r>
              <a:rPr sz="3200" spc="2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spc="95" dirty="0">
                <a:solidFill>
                  <a:srgbClr val="23113F"/>
                </a:solidFill>
                <a:latin typeface="Calibri"/>
                <a:cs typeface="Calibri"/>
              </a:rPr>
              <a:t>for</a:t>
            </a:r>
            <a:r>
              <a:rPr sz="3200" spc="125" dirty="0">
                <a:solidFill>
                  <a:srgbClr val="23113F"/>
                </a:solidFill>
                <a:latin typeface="Calibri"/>
                <a:cs typeface="Calibri"/>
              </a:rPr>
              <a:t> </a:t>
            </a:r>
            <a:r>
              <a:rPr sz="3200" spc="100" dirty="0">
                <a:solidFill>
                  <a:srgbClr val="1D1D1D"/>
                </a:solidFill>
                <a:latin typeface="Calibri"/>
                <a:cs typeface="Calibri"/>
              </a:rPr>
              <a:t>buyers.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65688" y="7097685"/>
            <a:ext cx="6782434" cy="143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280" dirty="0">
                <a:solidFill>
                  <a:srgbClr val="3D077E"/>
                </a:solidFill>
                <a:latin typeface="Calibri"/>
                <a:cs typeface="Calibri"/>
              </a:rPr>
              <a:t>Seamless</a:t>
            </a:r>
            <a:r>
              <a:rPr sz="3600" spc="170" dirty="0">
                <a:solidFill>
                  <a:srgbClr val="3D077E"/>
                </a:solidFill>
                <a:latin typeface="Calibri"/>
                <a:cs typeface="Calibri"/>
              </a:rPr>
              <a:t> </a:t>
            </a:r>
            <a:r>
              <a:rPr sz="3600" spc="240" dirty="0">
                <a:solidFill>
                  <a:srgbClr val="490085"/>
                </a:solidFill>
                <a:latin typeface="Calibri"/>
                <a:cs typeface="Calibri"/>
              </a:rPr>
              <a:t>Navigation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65"/>
              </a:spcBef>
            </a:pPr>
            <a:r>
              <a:rPr sz="3200" spc="-65" dirty="0">
                <a:solidFill>
                  <a:srgbClr val="181818"/>
                </a:solidFill>
                <a:latin typeface="Calibri"/>
                <a:cs typeface="Calibri"/>
              </a:rPr>
              <a:t>Home,</a:t>
            </a:r>
            <a:r>
              <a:rPr sz="320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11111"/>
                </a:solidFill>
                <a:latin typeface="Calibri"/>
                <a:cs typeface="Calibri"/>
              </a:rPr>
              <a:t>Pricing,</a:t>
            </a:r>
            <a:r>
              <a:rPr sz="3200" spc="-2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161616"/>
                </a:solidFill>
                <a:latin typeface="Calibri"/>
                <a:cs typeface="Calibri"/>
              </a:rPr>
              <a:t>Contact,</a:t>
            </a:r>
            <a:r>
              <a:rPr sz="3200" spc="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sz="3200" spc="-17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161616"/>
                </a:solidFill>
                <a:latin typeface="Calibri"/>
                <a:cs typeface="Calibri"/>
              </a:rPr>
              <a:t>Secure</a:t>
            </a:r>
            <a:r>
              <a:rPr sz="3200" spc="-1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212121"/>
                </a:solidFill>
                <a:latin typeface="Calibri"/>
                <a:cs typeface="Calibri"/>
              </a:rPr>
              <a:t>Login.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88EEE3-700E-81D2-8845-7A3EF4BE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591" y="3830769"/>
            <a:ext cx="641758" cy="528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BA8B1E-DD04-DC2B-BADF-4426654AA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705" y="3826591"/>
            <a:ext cx="641758" cy="528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658412-1212-F275-F913-C9AF7EDBE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1591" y="7102258"/>
            <a:ext cx="641758" cy="6417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0E5C56-09F5-C74B-46F3-CF88CB5BF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705" y="7097685"/>
            <a:ext cx="641758" cy="6524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172678"/>
            <a:ext cx="8324353" cy="6282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7638397" cy="1007365"/>
          </a:xfrm>
          <a:prstGeom prst="rect">
            <a:avLst/>
          </a:prstGeom>
        </p:spPr>
        <p:txBody>
          <a:bodyPr vert="horz" wrap="square" lIns="0" tIns="83223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40"/>
              </a:spcBef>
            </a:pPr>
            <a:r>
              <a:rPr sz="6000" spc="105" dirty="0">
                <a:solidFill>
                  <a:srgbClr val="4B007E"/>
                </a:solidFill>
                <a:latin typeface="Arial Rounded MT Bold" panose="020F0704030504030204" pitchFamily="34" charset="0"/>
                <a:cs typeface="Arial MT"/>
              </a:rPr>
              <a:t>UI/UX</a:t>
            </a:r>
            <a:r>
              <a:rPr sz="6000" spc="280" dirty="0">
                <a:solidFill>
                  <a:srgbClr val="4B007E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280" dirty="0">
                <a:solidFill>
                  <a:srgbClr val="46017E"/>
                </a:solidFill>
                <a:latin typeface="Arial Rounded MT Bold" panose="020F0704030504030204" pitchFamily="34" charset="0"/>
                <a:cs typeface="Arial MT"/>
              </a:rPr>
              <a:t>Design</a:t>
            </a:r>
            <a:r>
              <a:rPr sz="6000" spc="150" dirty="0">
                <a:solidFill>
                  <a:srgbClr val="46017E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165" dirty="0">
                <a:solidFill>
                  <a:srgbClr val="4F0089"/>
                </a:solidFill>
                <a:latin typeface="Arial Rounded MT Bold" panose="020F0704030504030204" pitchFamily="34" charset="0"/>
                <a:cs typeface="Arial MT"/>
              </a:rPr>
              <a:t>Focus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8731" y="10461697"/>
            <a:ext cx="343535" cy="359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90"/>
              </a:lnSpc>
            </a:pPr>
            <a:r>
              <a:rPr sz="2300" spc="-105" dirty="0">
                <a:solidFill>
                  <a:srgbClr val="707070"/>
                </a:solidFill>
                <a:latin typeface="Courier New"/>
                <a:cs typeface="Courier New"/>
              </a:rPr>
              <a:t>05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3646" y="4141623"/>
            <a:ext cx="8132604" cy="4587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75">
              <a:lnSpc>
                <a:spcPct val="119700"/>
              </a:lnSpc>
              <a:spcBef>
                <a:spcPts val="100"/>
              </a:spcBef>
            </a:pP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Visual</a:t>
            </a:r>
            <a:r>
              <a:rPr sz="3200" spc="1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131313"/>
                </a:solidFill>
                <a:latin typeface="Calibri"/>
                <a:cs typeface="Calibri"/>
              </a:rPr>
              <a:t>Identity:</a:t>
            </a:r>
            <a:r>
              <a:rPr sz="3200" spc="1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b="1" spc="95" dirty="0">
                <a:solidFill>
                  <a:srgbClr val="1D2157"/>
                </a:solidFill>
                <a:latin typeface="Calibri"/>
                <a:cs typeface="Calibri"/>
              </a:rPr>
              <a:t>Dark</a:t>
            </a:r>
            <a:r>
              <a:rPr sz="3200" b="1" spc="90" dirty="0">
                <a:solidFill>
                  <a:srgbClr val="1D2157"/>
                </a:solidFill>
                <a:latin typeface="Calibri"/>
                <a:cs typeface="Calibri"/>
              </a:rPr>
              <a:t> </a:t>
            </a:r>
            <a:r>
              <a:rPr sz="3200" b="1" spc="60" dirty="0">
                <a:solidFill>
                  <a:srgbClr val="131F4F"/>
                </a:solidFill>
                <a:latin typeface="Calibri"/>
                <a:cs typeface="Calibri"/>
              </a:rPr>
              <a:t>Purple</a:t>
            </a:r>
            <a:r>
              <a:rPr sz="3200" b="1" spc="85" dirty="0">
                <a:solidFill>
                  <a:srgbClr val="131F4F"/>
                </a:solidFill>
                <a:latin typeface="Calibri"/>
                <a:cs typeface="Calibri"/>
              </a:rPr>
              <a:t> </a:t>
            </a:r>
            <a:r>
              <a:rPr sz="3200" b="1" spc="65" dirty="0">
                <a:solidFill>
                  <a:srgbClr val="181346"/>
                </a:solidFill>
                <a:latin typeface="Calibri"/>
                <a:cs typeface="Calibri"/>
              </a:rPr>
              <a:t>branding</a:t>
            </a:r>
            <a:r>
              <a:rPr sz="3200" b="1" spc="140" dirty="0">
                <a:solidFill>
                  <a:srgbClr val="18134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85B"/>
                </a:solidFill>
                <a:latin typeface="Calibri"/>
                <a:cs typeface="Calibri"/>
              </a:rPr>
              <a:t>on</a:t>
            </a:r>
            <a:r>
              <a:rPr sz="3200" spc="45" dirty="0">
                <a:solidFill>
                  <a:srgbClr val="1F185B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F153D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1F153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81F4D"/>
                </a:solidFill>
                <a:latin typeface="Calibri"/>
                <a:cs typeface="Calibri"/>
              </a:rPr>
              <a:t>clean </a:t>
            </a: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white</a:t>
            </a:r>
            <a:r>
              <a:rPr sz="3200" spc="-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layout</a:t>
            </a:r>
            <a:r>
              <a:rPr sz="32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234D"/>
                </a:solidFill>
                <a:latin typeface="Calibri"/>
                <a:cs typeface="Calibri"/>
              </a:rPr>
              <a:t>for</a:t>
            </a:r>
            <a:r>
              <a:rPr sz="3200" spc="-65" dirty="0">
                <a:solidFill>
                  <a:srgbClr val="16234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Calibri"/>
                <a:cs typeface="Calibri"/>
              </a:rPr>
              <a:t>professionalism.</a:t>
            </a:r>
            <a:endParaRPr sz="3200" dirty="0">
              <a:latin typeface="Calibri"/>
              <a:cs typeface="Calibri"/>
            </a:endParaRPr>
          </a:p>
          <a:p>
            <a:pPr marL="417195" indent="-382270">
              <a:lnSpc>
                <a:spcPct val="100000"/>
              </a:lnSpc>
              <a:spcBef>
                <a:spcPts val="3629"/>
              </a:spcBef>
              <a:buClr>
                <a:srgbClr val="1D1850"/>
              </a:buClr>
              <a:buChar char="•"/>
              <a:tabLst>
                <a:tab pos="417195" algn="l"/>
              </a:tabLst>
            </a:pPr>
            <a:r>
              <a:rPr sz="3200" dirty="0">
                <a:solidFill>
                  <a:srgbClr val="0E1A4F"/>
                </a:solidFill>
                <a:latin typeface="Arial MT"/>
                <a:cs typeface="Arial MT"/>
              </a:rPr>
              <a:t>Fully </a:t>
            </a:r>
            <a:r>
              <a:rPr sz="3200" dirty="0">
                <a:solidFill>
                  <a:srgbClr val="1D1D1D"/>
                </a:solidFill>
                <a:latin typeface="Arial MT"/>
                <a:cs typeface="Arial MT"/>
              </a:rPr>
              <a:t>responsive</a:t>
            </a:r>
            <a:r>
              <a:rPr sz="3200" spc="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F0F0F"/>
                </a:solidFill>
                <a:latin typeface="Arial MT"/>
                <a:cs typeface="Arial MT"/>
              </a:rPr>
              <a:t>mobile-first</a:t>
            </a:r>
            <a:r>
              <a:rPr sz="3200" spc="2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A1A1A"/>
                </a:solidFill>
                <a:latin typeface="Arial MT"/>
                <a:cs typeface="Arial MT"/>
              </a:rPr>
              <a:t>architecture.</a:t>
            </a:r>
            <a:endParaRPr sz="3200" dirty="0">
              <a:latin typeface="Arial MT"/>
              <a:cs typeface="Arial MT"/>
            </a:endParaRPr>
          </a:p>
          <a:p>
            <a:pPr marL="414655" indent="-379730">
              <a:lnSpc>
                <a:spcPct val="100000"/>
              </a:lnSpc>
              <a:spcBef>
                <a:spcPts val="2450"/>
              </a:spcBef>
              <a:buClr>
                <a:srgbClr val="1C164D"/>
              </a:buClr>
              <a:buChar char="•"/>
              <a:tabLst>
                <a:tab pos="414655" algn="l"/>
              </a:tabLst>
            </a:pPr>
            <a:r>
              <a:rPr sz="3200" dirty="0">
                <a:solidFill>
                  <a:srgbClr val="1F1F1F"/>
                </a:solidFill>
                <a:latin typeface="Arial MT"/>
                <a:cs typeface="Arial MT"/>
              </a:rPr>
              <a:t>Smooth</a:t>
            </a:r>
            <a:r>
              <a:rPr sz="32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81818"/>
                </a:solidFill>
                <a:latin typeface="Arial MT"/>
                <a:cs typeface="Arial MT"/>
              </a:rPr>
              <a:t>scrolling</a:t>
            </a:r>
            <a:r>
              <a:rPr sz="32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320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200" spc="-70" dirty="0">
                <a:solidFill>
                  <a:srgbClr val="181818"/>
                </a:solidFill>
                <a:latin typeface="Arial MT"/>
                <a:cs typeface="Arial MT"/>
              </a:rPr>
              <a:t>seamless</a:t>
            </a:r>
            <a:r>
              <a:rPr sz="3200" spc="2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Arial MT"/>
                <a:cs typeface="Arial MT"/>
              </a:rPr>
              <a:t>transitions.</a:t>
            </a:r>
            <a:endParaRPr sz="3200" dirty="0">
              <a:latin typeface="Arial MT"/>
              <a:cs typeface="Arial MT"/>
            </a:endParaRPr>
          </a:p>
          <a:p>
            <a:pPr marL="419100" indent="-384175">
              <a:lnSpc>
                <a:spcPct val="100000"/>
              </a:lnSpc>
              <a:spcBef>
                <a:spcPts val="2455"/>
              </a:spcBef>
              <a:buClr>
                <a:srgbClr val="1D184F"/>
              </a:buClr>
              <a:buChar char="•"/>
              <a:tabLst>
                <a:tab pos="419100" algn="l"/>
              </a:tabLst>
            </a:pPr>
            <a:r>
              <a:rPr sz="3200" dirty="0">
                <a:solidFill>
                  <a:srgbClr val="112A59"/>
                </a:solidFill>
                <a:latin typeface="Arial MT"/>
                <a:cs typeface="Arial MT"/>
              </a:rPr>
              <a:t>Dynamic</a:t>
            </a:r>
            <a:r>
              <a:rPr sz="3200" spc="360" dirty="0">
                <a:solidFill>
                  <a:srgbClr val="112A5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A1A1A"/>
                </a:solidFill>
                <a:latin typeface="Arial MT"/>
                <a:cs typeface="Arial MT"/>
              </a:rPr>
              <a:t>alert</a:t>
            </a:r>
            <a:r>
              <a:rPr sz="3200" spc="2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32323"/>
                </a:solidFill>
                <a:latin typeface="Arial MT"/>
                <a:cs typeface="Arial MT"/>
              </a:rPr>
              <a:t>components</a:t>
            </a:r>
            <a:r>
              <a:rPr sz="3200" spc="2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262456"/>
                </a:solidFill>
                <a:latin typeface="Arial MT"/>
                <a:cs typeface="Arial MT"/>
              </a:rPr>
              <a:t>for</a:t>
            </a:r>
            <a:r>
              <a:rPr sz="3200" spc="105" dirty="0">
                <a:solidFill>
                  <a:srgbClr val="262456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81818"/>
                </a:solidFill>
                <a:latin typeface="Arial MT"/>
                <a:cs typeface="Arial MT"/>
              </a:rPr>
              <a:t>feedback.</a:t>
            </a:r>
            <a:endParaRPr sz="3200" dirty="0">
              <a:latin typeface="Arial MT"/>
              <a:cs typeface="Arial MT"/>
            </a:endParaRPr>
          </a:p>
          <a:p>
            <a:pPr marL="412750" indent="-377825">
              <a:lnSpc>
                <a:spcPct val="100000"/>
              </a:lnSpc>
              <a:spcBef>
                <a:spcPts val="2450"/>
              </a:spcBef>
              <a:buClr>
                <a:srgbClr val="1F184B"/>
              </a:buClr>
              <a:buChar char="•"/>
              <a:tabLst>
                <a:tab pos="412750" algn="l"/>
              </a:tabLst>
            </a:pPr>
            <a:r>
              <a:rPr sz="3200" dirty="0">
                <a:solidFill>
                  <a:srgbClr val="181818"/>
                </a:solidFill>
                <a:latin typeface="Arial MT"/>
                <a:cs typeface="Arial MT"/>
              </a:rPr>
              <a:t>Interactive</a:t>
            </a:r>
            <a:r>
              <a:rPr sz="3200" spc="2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200" spc="110" dirty="0">
                <a:solidFill>
                  <a:srgbClr val="232323"/>
                </a:solidFill>
                <a:latin typeface="Arial MT"/>
                <a:cs typeface="Arial MT"/>
              </a:rPr>
              <a:t>form</a:t>
            </a:r>
            <a:r>
              <a:rPr sz="3200" spc="9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81818"/>
                </a:solidFill>
                <a:latin typeface="Arial MT"/>
                <a:cs typeface="Arial MT"/>
              </a:rPr>
              <a:t>validation</a:t>
            </a:r>
            <a:r>
              <a:rPr sz="3200" spc="5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81818"/>
                </a:solidFill>
                <a:latin typeface="Arial MT"/>
                <a:cs typeface="Arial MT"/>
              </a:rPr>
              <a:t>states.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7638397" cy="987639"/>
          </a:xfrm>
          <a:prstGeom prst="rect">
            <a:avLst/>
          </a:prstGeom>
        </p:spPr>
        <p:txBody>
          <a:bodyPr vert="horz" wrap="square" lIns="0" tIns="63687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14"/>
              </a:spcBef>
            </a:pPr>
            <a:r>
              <a:rPr sz="6000" spc="155" dirty="0">
                <a:solidFill>
                  <a:srgbClr val="4B0372"/>
                </a:solidFill>
                <a:latin typeface="Arial Rounded MT Bold" panose="020F0704030504030204" pitchFamily="34" charset="0"/>
                <a:cs typeface="Arial MT"/>
              </a:rPr>
              <a:t>Technical</a:t>
            </a:r>
            <a:r>
              <a:rPr sz="6000" spc="345" dirty="0">
                <a:solidFill>
                  <a:srgbClr val="4B0372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395" dirty="0">
                <a:solidFill>
                  <a:srgbClr val="4D007E"/>
                </a:solidFill>
                <a:latin typeface="Arial Rounded MT Bold" panose="020F0704030504030204" pitchFamily="34" charset="0"/>
                <a:cs typeface="Arial MT"/>
              </a:rPr>
              <a:t>Implementation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902" y="10448076"/>
            <a:ext cx="339090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30"/>
              </a:lnSpc>
            </a:pPr>
            <a:r>
              <a:rPr sz="2450" spc="-285" dirty="0">
                <a:solidFill>
                  <a:srgbClr val="727272"/>
                </a:solidFill>
                <a:latin typeface="Courier New"/>
                <a:cs typeface="Courier New"/>
              </a:rPr>
              <a:t>06</a:t>
            </a:r>
            <a:endParaRPr sz="24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1362" y="3563761"/>
            <a:ext cx="6578600" cy="20812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3600" spc="280" dirty="0">
                <a:solidFill>
                  <a:srgbClr val="4D0180"/>
                </a:solidFill>
                <a:latin typeface="Calibri"/>
                <a:cs typeface="Calibri"/>
              </a:rPr>
              <a:t>Semantic</a:t>
            </a:r>
            <a:r>
              <a:rPr sz="3600" spc="175" dirty="0">
                <a:solidFill>
                  <a:srgbClr val="4D0180"/>
                </a:solidFill>
                <a:latin typeface="Calibri"/>
                <a:cs typeface="Calibri"/>
              </a:rPr>
              <a:t> </a:t>
            </a:r>
            <a:r>
              <a:rPr sz="3600" spc="235" dirty="0">
                <a:solidFill>
                  <a:srgbClr val="340A72"/>
                </a:solidFill>
                <a:latin typeface="Calibri"/>
                <a:cs typeface="Calibri"/>
              </a:rPr>
              <a:t>HTML</a:t>
            </a:r>
            <a:endParaRPr sz="3600" dirty="0">
              <a:latin typeface="Calibri"/>
              <a:cs typeface="Calibri"/>
            </a:endParaRPr>
          </a:p>
          <a:p>
            <a:pPr marL="18415" marR="5080" indent="-5715">
              <a:lnSpc>
                <a:spcPct val="128800"/>
              </a:lnSpc>
              <a:spcBef>
                <a:spcPts val="2300"/>
              </a:spcBef>
            </a:pPr>
            <a:r>
              <a:rPr sz="3200" spc="110" dirty="0">
                <a:solidFill>
                  <a:srgbClr val="1F1F1F"/>
                </a:solidFill>
                <a:latin typeface="Calibri"/>
                <a:cs typeface="Calibri"/>
              </a:rPr>
              <a:t>Accessible</a:t>
            </a:r>
            <a:r>
              <a:rPr sz="3200" spc="2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120" dirty="0">
                <a:solidFill>
                  <a:srgbClr val="1C1C1C"/>
                </a:solidFill>
                <a:latin typeface="Calibri"/>
                <a:cs typeface="Calibri"/>
              </a:rPr>
              <a:t>structure</a:t>
            </a:r>
            <a:r>
              <a:rPr sz="3200" spc="2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175" dirty="0">
                <a:solidFill>
                  <a:srgbClr val="1C1F5D"/>
                </a:solidFill>
                <a:latin typeface="Calibri"/>
                <a:cs typeface="Calibri"/>
              </a:rPr>
              <a:t>using</a:t>
            </a:r>
            <a:r>
              <a:rPr sz="3200" spc="165" dirty="0">
                <a:solidFill>
                  <a:srgbClr val="1C1F5D"/>
                </a:solidFill>
                <a:latin typeface="Calibri"/>
                <a:cs typeface="Calibri"/>
              </a:rPr>
              <a:t> </a:t>
            </a:r>
            <a:r>
              <a:rPr sz="3200" spc="85" dirty="0">
                <a:solidFill>
                  <a:srgbClr val="1D1D1D"/>
                </a:solidFill>
                <a:latin typeface="Calibri"/>
                <a:cs typeface="Calibri"/>
              </a:rPr>
              <a:t>Header,</a:t>
            </a:r>
            <a:r>
              <a:rPr sz="3200" spc="35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3200" spc="75" dirty="0">
                <a:solidFill>
                  <a:srgbClr val="1D1D1D"/>
                </a:solidFill>
                <a:latin typeface="Calibri"/>
                <a:cs typeface="Calibri"/>
              </a:rPr>
              <a:t>Main, </a:t>
            </a:r>
            <a:r>
              <a:rPr sz="3200" spc="95" dirty="0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sz="3200" spc="35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3200" spc="55" dirty="0">
                <a:solidFill>
                  <a:srgbClr val="212121"/>
                </a:solidFill>
                <a:latin typeface="Calibri"/>
                <a:cs typeface="Calibri"/>
              </a:rPr>
              <a:t>Footer</a:t>
            </a:r>
            <a:r>
              <a:rPr sz="2800" spc="55" dirty="0">
                <a:solidFill>
                  <a:srgbClr val="212121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1737" y="6814971"/>
            <a:ext cx="7121525" cy="19820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250" dirty="0">
                <a:solidFill>
                  <a:srgbClr val="3D0080"/>
                </a:solidFill>
                <a:latin typeface="Calibri"/>
                <a:cs typeface="Calibri"/>
              </a:rPr>
              <a:t>State</a:t>
            </a:r>
            <a:r>
              <a:rPr sz="3600" spc="30" dirty="0">
                <a:solidFill>
                  <a:srgbClr val="3D0080"/>
                </a:solidFill>
                <a:latin typeface="Calibri"/>
                <a:cs typeface="Calibri"/>
              </a:rPr>
              <a:t> </a:t>
            </a:r>
            <a:r>
              <a:rPr sz="3600" spc="265" dirty="0">
                <a:solidFill>
                  <a:srgbClr val="560183"/>
                </a:solidFill>
                <a:latin typeface="Calibri"/>
                <a:cs typeface="Calibri"/>
              </a:rPr>
              <a:t>Management</a:t>
            </a:r>
            <a:endParaRPr sz="3600" dirty="0">
              <a:latin typeface="Calibri"/>
              <a:cs typeface="Calibri"/>
            </a:endParaRPr>
          </a:p>
          <a:p>
            <a:pPr marL="13335" marR="5080">
              <a:lnSpc>
                <a:spcPct val="116399"/>
              </a:lnSpc>
              <a:spcBef>
                <a:spcPts val="2355"/>
              </a:spcBef>
            </a:pP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LocalStorage</a:t>
            </a:r>
            <a:r>
              <a:rPr sz="3200" spc="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API</a:t>
            </a:r>
            <a:r>
              <a:rPr sz="3200" spc="-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42424"/>
                </a:solidFill>
                <a:latin typeface="Calibri"/>
                <a:cs typeface="Calibri"/>
              </a:rPr>
              <a:t>for</a:t>
            </a:r>
            <a:r>
              <a:rPr sz="3200" spc="-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232323"/>
                </a:solidFill>
                <a:latin typeface="Calibri"/>
                <a:cs typeface="Calibri"/>
              </a:rPr>
              <a:t>offline-</a:t>
            </a:r>
            <a:r>
              <a:rPr sz="3200" spc="-10" dirty="0">
                <a:solidFill>
                  <a:srgbClr val="232323"/>
                </a:solidFill>
                <a:latin typeface="Calibri"/>
                <a:cs typeface="Calibri"/>
              </a:rPr>
              <a:t>capable</a:t>
            </a:r>
            <a:r>
              <a:rPr sz="3200" spc="-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81818"/>
                </a:solidFill>
                <a:latin typeface="Calibri"/>
                <a:cs typeface="Calibri"/>
              </a:rPr>
              <a:t>sessions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3200" spc="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Calibri"/>
                <a:cs typeface="Calibri"/>
              </a:rPr>
              <a:t>queries.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91731" y="3561344"/>
            <a:ext cx="6873240" cy="20812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200" dirty="0">
                <a:solidFill>
                  <a:srgbClr val="3F0877"/>
                </a:solidFill>
                <a:latin typeface="Calibri"/>
                <a:cs typeface="Calibri"/>
              </a:rPr>
              <a:t>Modular</a:t>
            </a:r>
            <a:r>
              <a:rPr sz="3600" spc="50" dirty="0">
                <a:solidFill>
                  <a:srgbClr val="3F0877"/>
                </a:solidFill>
                <a:latin typeface="Calibri"/>
                <a:cs typeface="Calibri"/>
              </a:rPr>
              <a:t> </a:t>
            </a:r>
            <a:r>
              <a:rPr lang="en-US" sz="3600" spc="210" dirty="0">
                <a:solidFill>
                  <a:srgbClr val="49008E"/>
                </a:solidFill>
                <a:latin typeface="Calibri"/>
                <a:cs typeface="Calibri"/>
              </a:rPr>
              <a:t>J</a:t>
            </a:r>
            <a:r>
              <a:rPr sz="3600" spc="210" dirty="0">
                <a:solidFill>
                  <a:srgbClr val="49008E"/>
                </a:solidFill>
                <a:latin typeface="Calibri"/>
                <a:cs typeface="Calibri"/>
              </a:rPr>
              <a:t>avaScript</a:t>
            </a:r>
            <a:endParaRPr sz="3600" dirty="0">
              <a:latin typeface="Calibri"/>
              <a:cs typeface="Calibri"/>
            </a:endParaRPr>
          </a:p>
          <a:p>
            <a:pPr marL="16510" marR="5080" indent="-3175">
              <a:lnSpc>
                <a:spcPct val="128800"/>
              </a:lnSpc>
              <a:spcBef>
                <a:spcPts val="2300"/>
              </a:spcBef>
            </a:pPr>
            <a:r>
              <a:rPr sz="3200" spc="135" dirty="0">
                <a:solidFill>
                  <a:srgbClr val="181818"/>
                </a:solidFill>
                <a:latin typeface="Calibri"/>
                <a:cs typeface="Calibri"/>
              </a:rPr>
              <a:t>Clean</a:t>
            </a:r>
            <a:r>
              <a:rPr sz="3200" spc="25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120" dirty="0">
                <a:solidFill>
                  <a:srgbClr val="242167"/>
                </a:solidFill>
                <a:latin typeface="Calibri"/>
                <a:cs typeface="Calibri"/>
              </a:rPr>
              <a:t>code</a:t>
            </a:r>
            <a:r>
              <a:rPr sz="3200" spc="165" dirty="0">
                <a:solidFill>
                  <a:srgbClr val="242167"/>
                </a:solidFill>
                <a:latin typeface="Calibri"/>
                <a:cs typeface="Calibri"/>
              </a:rPr>
              <a:t> </a:t>
            </a:r>
            <a:r>
              <a:rPr sz="3200" spc="85" dirty="0">
                <a:solidFill>
                  <a:srgbClr val="1A1A1A"/>
                </a:solidFill>
                <a:latin typeface="Calibri"/>
                <a:cs typeface="Calibri"/>
              </a:rPr>
              <a:t>separation:</a:t>
            </a:r>
            <a:r>
              <a:rPr sz="3200" spc="3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114" dirty="0">
                <a:solidFill>
                  <a:srgbClr val="1A1A1A"/>
                </a:solidFill>
                <a:latin typeface="Calibri"/>
                <a:cs typeface="Calibri"/>
              </a:rPr>
              <a:t>auth.js</a:t>
            </a:r>
            <a:r>
              <a:rPr sz="3200" spc="1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1F1F1F"/>
                </a:solidFill>
                <a:latin typeface="Calibri"/>
                <a:cs typeface="Calibri"/>
              </a:rPr>
              <a:t>(Firebase)</a:t>
            </a:r>
            <a:r>
              <a:rPr sz="3200" spc="1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3200" spc="140" dirty="0">
                <a:solidFill>
                  <a:srgbClr val="26234B"/>
                </a:solidFill>
                <a:latin typeface="Calibri"/>
                <a:cs typeface="Calibri"/>
              </a:rPr>
              <a:t>&amp; </a:t>
            </a:r>
            <a:r>
              <a:rPr sz="3200" spc="90" dirty="0">
                <a:solidFill>
                  <a:srgbClr val="181818"/>
                </a:solidFill>
                <a:latin typeface="Calibri"/>
                <a:cs typeface="Calibri"/>
              </a:rPr>
              <a:t>script.js</a:t>
            </a:r>
            <a:r>
              <a:rPr sz="3200" spc="14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45" dirty="0">
                <a:solidFill>
                  <a:srgbClr val="212121"/>
                </a:solidFill>
                <a:latin typeface="Calibri"/>
                <a:cs typeface="Calibri"/>
              </a:rPr>
              <a:t>(Logic).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91731" y="6814971"/>
            <a:ext cx="6921500" cy="19820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254" dirty="0">
                <a:solidFill>
                  <a:srgbClr val="520090"/>
                </a:solidFill>
                <a:latin typeface="Calibri"/>
                <a:cs typeface="Calibri"/>
              </a:rPr>
              <a:t>Deployment</a:t>
            </a:r>
            <a:endParaRPr sz="3600" dirty="0">
              <a:latin typeface="Calibri"/>
              <a:cs typeface="Calibri"/>
            </a:endParaRPr>
          </a:p>
          <a:p>
            <a:pPr marL="13335" marR="5080" indent="-635">
              <a:lnSpc>
                <a:spcPct val="116399"/>
              </a:lnSpc>
              <a:spcBef>
                <a:spcPts val="2355"/>
              </a:spcBef>
            </a:pPr>
            <a:r>
              <a:rPr sz="3200" dirty="0">
                <a:solidFill>
                  <a:srgbClr val="232323"/>
                </a:solidFill>
                <a:latin typeface="Calibri"/>
                <a:cs typeface="Calibri"/>
              </a:rPr>
              <a:t>Full</a:t>
            </a:r>
            <a:r>
              <a:rPr sz="32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32323"/>
                </a:solidFill>
                <a:latin typeface="Calibri"/>
                <a:cs typeface="Calibri"/>
              </a:rPr>
              <a:t>version</a:t>
            </a:r>
            <a:r>
              <a:rPr sz="3200" spc="2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C1C"/>
                </a:solidFill>
                <a:latin typeface="Calibri"/>
                <a:cs typeface="Calibri"/>
              </a:rPr>
              <a:t>control</a:t>
            </a:r>
            <a:r>
              <a:rPr sz="3200" spc="9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232323"/>
                </a:solidFill>
                <a:latin typeface="Calibri"/>
                <a:cs typeface="Calibri"/>
              </a:rPr>
              <a:t>via</a:t>
            </a:r>
            <a:r>
              <a:rPr sz="32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C1A49"/>
                </a:solidFill>
                <a:latin typeface="Calibri"/>
                <a:cs typeface="Calibri"/>
              </a:rPr>
              <a:t>GitHub</a:t>
            </a:r>
            <a:r>
              <a:rPr sz="3200" spc="60" dirty="0">
                <a:solidFill>
                  <a:srgbClr val="1C1A4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1616"/>
                </a:solidFill>
                <a:latin typeface="Calibri"/>
                <a:cs typeface="Calibri"/>
              </a:rPr>
              <a:t>and</a:t>
            </a:r>
            <a:r>
              <a:rPr sz="320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D1D1D"/>
                </a:solidFill>
                <a:latin typeface="Calibri"/>
                <a:cs typeface="Calibri"/>
              </a:rPr>
              <a:t>hosting </a:t>
            </a:r>
            <a:r>
              <a:rPr sz="3200" dirty="0">
                <a:solidFill>
                  <a:srgbClr val="262360"/>
                </a:solidFill>
                <a:latin typeface="Calibri"/>
                <a:cs typeface="Calibri"/>
              </a:rPr>
              <a:t>on</a:t>
            </a:r>
            <a:r>
              <a:rPr sz="3200" spc="75" dirty="0">
                <a:solidFill>
                  <a:srgbClr val="26236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A1A1A"/>
                </a:solidFill>
                <a:latin typeface="Calibri"/>
                <a:cs typeface="Calibri"/>
              </a:rPr>
              <a:t>Netlify.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E32836-CEA3-886B-FA51-FD14240D4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644" y="3561344"/>
            <a:ext cx="641758" cy="691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459939-5A35-9EBD-8CB9-C72D0F863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604" y="3563761"/>
            <a:ext cx="641758" cy="7249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C998B3-702E-85B0-AFD4-A52FD4020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279" y="6814971"/>
            <a:ext cx="652452" cy="6417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BC83CA-43B3-2C63-90E1-D4CF48BF1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265" y="6814971"/>
            <a:ext cx="641758" cy="6980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5F84-1AD7-09C3-58DE-89A52A86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 err="1">
                <a:latin typeface="Arial Rounded MT Bold" panose="020F0704030504030204" pitchFamily="34" charset="0"/>
              </a:rPr>
              <a:t>SmartHub</a:t>
            </a:r>
            <a:r>
              <a:rPr lang="en-US" sz="6000" dirty="0">
                <a:latin typeface="Arial Rounded MT Bold" panose="020F0704030504030204" pitchFamily="34" charset="0"/>
              </a:rPr>
              <a:t> Transaction Graph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BFFE3B4-6E4E-FAE3-606C-E3F6BF0D7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709629"/>
              </p:ext>
            </p:extLst>
          </p:nvPr>
        </p:nvGraphicFramePr>
        <p:xfrm>
          <a:off x="755651" y="2225675"/>
          <a:ext cx="17638396" cy="861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385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92531" y="4464842"/>
            <a:ext cx="4264660" cy="2400657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0" rIns="0" bIns="0" rtlCol="0" anchor="ctr">
            <a:spAutoFit/>
          </a:bodyPr>
          <a:lstStyle/>
          <a:p>
            <a:pPr algn="ctr" rtl="0">
              <a:lnSpc>
                <a:spcPct val="100000"/>
              </a:lnSpc>
            </a:pPr>
            <a:endParaRPr lang="en-US" sz="1600" dirty="0">
              <a:solidFill>
                <a:schemeClr val="bg1"/>
              </a:solidFill>
              <a:latin typeface="Arial MT"/>
              <a:cs typeface="Times New Roman"/>
            </a:endParaRPr>
          </a:p>
          <a:p>
            <a:pPr algn="ctr" rtl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Hero</a:t>
            </a:r>
          </a:p>
          <a:p>
            <a:pPr algn="ctr" rtl="0"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  <a:latin typeface="Arial MT"/>
                <a:cs typeface="Times New Roman"/>
              </a:rPr>
              <a:t>”Smart Solutions” CTA leading to Pricing</a:t>
            </a:r>
          </a:p>
          <a:p>
            <a:pPr algn="ctr" rtl="0">
              <a:lnSpc>
                <a:spcPct val="100000"/>
              </a:lnSpc>
            </a:pPr>
            <a:endParaRPr lang="en-US" sz="1400" dirty="0">
              <a:solidFill>
                <a:schemeClr val="bg1"/>
              </a:solidFill>
              <a:latin typeface="Arial MT"/>
              <a:cs typeface="Times New Roman"/>
            </a:endParaRPr>
          </a:p>
          <a:p>
            <a:pPr algn="ctr" rtl="0">
              <a:lnSpc>
                <a:spcPct val="100000"/>
              </a:lnSpc>
            </a:pPr>
            <a:endParaRPr lang="en-US" sz="2800" dirty="0">
              <a:solidFill>
                <a:schemeClr val="bg1"/>
              </a:solidFill>
              <a:latin typeface="Arial MT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93498" y="4978906"/>
            <a:ext cx="1233170" cy="322580"/>
          </a:xfrm>
          <a:custGeom>
            <a:avLst/>
            <a:gdLst/>
            <a:ahLst/>
            <a:cxnLst/>
            <a:rect l="l" t="t" r="r" b="b"/>
            <a:pathLst>
              <a:path w="1233170" h="322579">
                <a:moveTo>
                  <a:pt x="1232946" y="321979"/>
                </a:moveTo>
                <a:lnTo>
                  <a:pt x="0" y="321979"/>
                </a:lnTo>
                <a:lnTo>
                  <a:pt x="0" y="0"/>
                </a:lnTo>
                <a:lnTo>
                  <a:pt x="1232946" y="0"/>
                </a:lnTo>
                <a:lnTo>
                  <a:pt x="1232946" y="321979"/>
                </a:lnTo>
                <a:close/>
              </a:path>
            </a:pathLst>
          </a:custGeom>
          <a:solidFill>
            <a:srgbClr val="4B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19706" y="5607159"/>
            <a:ext cx="3180715" cy="227965"/>
          </a:xfrm>
          <a:custGeom>
            <a:avLst/>
            <a:gdLst/>
            <a:ahLst/>
            <a:cxnLst/>
            <a:rect l="l" t="t" r="r" b="b"/>
            <a:pathLst>
              <a:path w="3180715" h="227964">
                <a:moveTo>
                  <a:pt x="3180531" y="227741"/>
                </a:moveTo>
                <a:lnTo>
                  <a:pt x="0" y="227741"/>
                </a:lnTo>
                <a:lnTo>
                  <a:pt x="0" y="0"/>
                </a:lnTo>
                <a:lnTo>
                  <a:pt x="3180531" y="0"/>
                </a:lnTo>
                <a:lnTo>
                  <a:pt x="3180531" y="227741"/>
                </a:lnTo>
                <a:close/>
              </a:path>
            </a:pathLst>
          </a:custGeom>
          <a:solidFill>
            <a:srgbClr val="3D0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44799" y="6015523"/>
            <a:ext cx="730885" cy="212090"/>
          </a:xfrm>
          <a:custGeom>
            <a:avLst/>
            <a:gdLst/>
            <a:ahLst/>
            <a:cxnLst/>
            <a:rect l="l" t="t" r="r" b="b"/>
            <a:pathLst>
              <a:path w="730884" h="212089">
                <a:moveTo>
                  <a:pt x="730344" y="212035"/>
                </a:moveTo>
                <a:lnTo>
                  <a:pt x="0" y="212035"/>
                </a:lnTo>
                <a:lnTo>
                  <a:pt x="0" y="0"/>
                </a:lnTo>
                <a:lnTo>
                  <a:pt x="730344" y="0"/>
                </a:lnTo>
                <a:lnTo>
                  <a:pt x="730344" y="212035"/>
                </a:lnTo>
                <a:close/>
              </a:path>
            </a:pathLst>
          </a:custGeom>
          <a:solidFill>
            <a:srgbClr val="480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52442" y="4480230"/>
            <a:ext cx="4068445" cy="2335896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  <a:ln w="23559">
            <a:solidFill>
              <a:srgbClr val="48007C"/>
            </a:solidFill>
          </a:ln>
        </p:spPr>
        <p:txBody>
          <a:bodyPr vert="horz" wrap="square" lIns="0" tIns="395605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3115"/>
              </a:spcBef>
            </a:pPr>
            <a:r>
              <a:rPr sz="2800" spc="335" dirty="0">
                <a:solidFill>
                  <a:srgbClr val="F6F6F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About</a:t>
            </a:r>
            <a:endParaRPr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" algn="ctr">
              <a:lnSpc>
                <a:spcPct val="100000"/>
              </a:lnSpc>
              <a:spcBef>
                <a:spcPts val="1285"/>
              </a:spcBef>
            </a:pPr>
            <a:r>
              <a:rPr sz="2800" spc="-120" dirty="0">
                <a:solidFill>
                  <a:srgbClr val="FFFFFF"/>
                </a:solidFill>
                <a:latin typeface="Arial MT"/>
                <a:cs typeface="Arial MT"/>
              </a:rPr>
              <a:t>Mission,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35" dirty="0">
                <a:solidFill>
                  <a:srgbClr val="FFFFFF"/>
                </a:solidFill>
                <a:latin typeface="Arial MT"/>
                <a:cs typeface="Arial MT"/>
              </a:rPr>
              <a:t>Vision,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800" spc="-114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800" dirty="0">
                <a:solidFill>
                  <a:srgbClr val="6D2A67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lang="ar-SA" sz="2800" dirty="0"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cards.</a:t>
            </a:r>
            <a:br>
              <a:rPr lang="ar-SA" sz="2800" spc="-10" dirty="0">
                <a:solidFill>
                  <a:srgbClr val="FFFFFF"/>
                </a:solidFill>
                <a:latin typeface="Arial MT"/>
                <a:cs typeface="Arial MT"/>
              </a:rPr>
            </a:br>
            <a:endParaRPr lang="ar-SA" sz="28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0116" y="10455082"/>
            <a:ext cx="310515" cy="33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200" spc="-85" dirty="0">
                <a:solidFill>
                  <a:srgbClr val="67707B"/>
                </a:solidFill>
                <a:latin typeface="Arial MT"/>
                <a:cs typeface="Arial MT"/>
              </a:rPr>
              <a:t>07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z="6000" spc="110" dirty="0">
                <a:latin typeface="Arial Rounded MT Bold" panose="020F0704030504030204" pitchFamily="34" charset="0"/>
                <a:cs typeface="Arial MT"/>
              </a:rPr>
              <a:t>Home</a:t>
            </a:r>
            <a:r>
              <a:rPr sz="6000" spc="-5" dirty="0"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dirty="0">
                <a:solidFill>
                  <a:srgbClr val="4D008E"/>
                </a:solidFill>
                <a:latin typeface="Arial Rounded MT Bold" panose="020F0704030504030204" pitchFamily="34" charset="0"/>
                <a:cs typeface="Arial MT"/>
              </a:rPr>
              <a:t>Page</a:t>
            </a:r>
            <a:r>
              <a:rPr sz="6000" spc="-200" dirty="0">
                <a:solidFill>
                  <a:srgbClr val="4D008E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dirty="0">
                <a:solidFill>
                  <a:srgbClr val="50008E"/>
                </a:solidFill>
                <a:latin typeface="Arial Rounded MT Bold" panose="020F0704030504030204" pitchFamily="34" charset="0"/>
                <a:cs typeface="Arial MT"/>
              </a:rPr>
              <a:t>-</a:t>
            </a:r>
            <a:r>
              <a:rPr sz="6000" spc="484" dirty="0">
                <a:solidFill>
                  <a:srgbClr val="50008E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55" dirty="0">
                <a:solidFill>
                  <a:srgbClr val="4F0080"/>
                </a:solidFill>
                <a:latin typeface="Arial Rounded MT Bold" panose="020F0704030504030204" pitchFamily="34" charset="0"/>
                <a:cs typeface="Arial MT"/>
              </a:rPr>
              <a:t>Sections</a:t>
            </a:r>
            <a:r>
              <a:rPr sz="6000" spc="40" dirty="0">
                <a:solidFill>
                  <a:srgbClr val="4F0080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75" dirty="0">
                <a:solidFill>
                  <a:srgbClr val="490787"/>
                </a:solidFill>
                <a:latin typeface="Arial Rounded MT Bold" panose="020F0704030504030204" pitchFamily="34" charset="0"/>
                <a:cs typeface="Arial MT"/>
              </a:rPr>
              <a:t>Overview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DEC9596D-8023-6261-B40E-CAB5751C30FD}"/>
              </a:ext>
            </a:extLst>
          </p:cNvPr>
          <p:cNvSpPr txBox="1"/>
          <p:nvPr/>
        </p:nvSpPr>
        <p:spPr>
          <a:xfrm>
            <a:off x="10246385" y="4480230"/>
            <a:ext cx="4068445" cy="2289729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  <a:ln w="23559">
            <a:solidFill>
              <a:srgbClr val="48007C"/>
            </a:solidFill>
          </a:ln>
        </p:spPr>
        <p:txBody>
          <a:bodyPr vert="horz" wrap="square" lIns="0" tIns="395605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3115"/>
              </a:spcBef>
            </a:pPr>
            <a:r>
              <a:rPr lang="en-US" sz="2800" spc="335" dirty="0">
                <a:solidFill>
                  <a:srgbClr val="F6F6F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Features</a:t>
            </a:r>
            <a:endParaRPr sz="28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" algn="ctr">
              <a:lnSpc>
                <a:spcPct val="100000"/>
              </a:lnSpc>
              <a:spcBef>
                <a:spcPts val="1285"/>
              </a:spcBef>
            </a:pPr>
            <a:r>
              <a:rPr lang="en-US" sz="2800" spc="-120" dirty="0">
                <a:solidFill>
                  <a:srgbClr val="FFFFFF"/>
                </a:solidFill>
                <a:latin typeface="Arial MT"/>
                <a:cs typeface="Arial MT"/>
              </a:rPr>
              <a:t>Analytics, CRM, and </a:t>
            </a:r>
            <a:r>
              <a:rPr lang="en-US" sz="2800" spc="-10" dirty="0">
                <a:solidFill>
                  <a:srgbClr val="FFFFFF"/>
                </a:solidFill>
                <a:latin typeface="Arial MT"/>
                <a:cs typeface="Arial MT"/>
              </a:rPr>
              <a:t>Secure Login highlights.</a:t>
            </a:r>
            <a:br>
              <a:rPr lang="ar-SA" sz="2800" spc="-10" dirty="0">
                <a:solidFill>
                  <a:srgbClr val="FFFFFF"/>
                </a:solidFill>
                <a:latin typeface="Arial MT"/>
                <a:cs typeface="Arial MT"/>
              </a:rPr>
            </a:br>
            <a:endParaRPr lang="ar-SA" sz="28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0F155CED-F09B-1024-D3FD-52721EA52819}"/>
              </a:ext>
            </a:extLst>
          </p:cNvPr>
          <p:cNvSpPr txBox="1"/>
          <p:nvPr/>
        </p:nvSpPr>
        <p:spPr>
          <a:xfrm>
            <a:off x="14791579" y="4434063"/>
            <a:ext cx="4068445" cy="2289729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  <a:ln w="23559">
            <a:solidFill>
              <a:srgbClr val="48007C"/>
            </a:solidFill>
          </a:ln>
        </p:spPr>
        <p:txBody>
          <a:bodyPr vert="horz" wrap="square" lIns="0" tIns="395605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3115"/>
              </a:spcBef>
            </a:pPr>
            <a:r>
              <a:rPr lang="en-US" sz="2800" spc="335" dirty="0">
                <a:solidFill>
                  <a:srgbClr val="F6F6F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Workflow</a:t>
            </a:r>
            <a:endParaRPr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" algn="ctr">
              <a:lnSpc>
                <a:spcPct val="100000"/>
              </a:lnSpc>
              <a:spcBef>
                <a:spcPts val="1285"/>
              </a:spcBef>
            </a:pPr>
            <a:r>
              <a:rPr sz="2800" dirty="0">
                <a:solidFill>
                  <a:srgbClr val="6D2A67"/>
                </a:solidFill>
                <a:latin typeface="Arial MT"/>
                <a:cs typeface="Arial MT"/>
              </a:rPr>
              <a:t> </a:t>
            </a:r>
            <a:r>
              <a:rPr lang="en-US" sz="2800" spc="-10" dirty="0">
                <a:solidFill>
                  <a:srgbClr val="FFFFFF"/>
                </a:solidFill>
                <a:latin typeface="Arial MT"/>
                <a:cs typeface="Arial MT"/>
              </a:rPr>
              <a:t>Account creation to business growth steps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br>
              <a:rPr lang="ar-SA" sz="2800" spc="-10" dirty="0">
                <a:solidFill>
                  <a:srgbClr val="FFFFFF"/>
                </a:solidFill>
                <a:latin typeface="Arial MT"/>
                <a:cs typeface="Arial MT"/>
              </a:rPr>
            </a:br>
            <a:endParaRPr lang="ar-SA" sz="28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172678"/>
            <a:ext cx="8324353" cy="6282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10"/>
              </a:spcBef>
            </a:pPr>
            <a:r>
              <a:rPr sz="6000" spc="225" dirty="0">
                <a:latin typeface="Arial Rounded MT Bold" panose="020F0704030504030204" pitchFamily="34" charset="0"/>
              </a:rPr>
              <a:t>Home</a:t>
            </a:r>
            <a:r>
              <a:rPr sz="6000" spc="150" dirty="0">
                <a:latin typeface="Arial Rounded MT Bold" panose="020F0704030504030204" pitchFamily="34" charset="0"/>
              </a:rPr>
              <a:t> </a:t>
            </a:r>
            <a:r>
              <a:rPr sz="6000" spc="395" dirty="0">
                <a:solidFill>
                  <a:srgbClr val="4D008E"/>
                </a:solidFill>
                <a:latin typeface="Arial Rounded MT Bold" panose="020F0704030504030204" pitchFamily="34" charset="0"/>
              </a:rPr>
              <a:t>Page</a:t>
            </a:r>
            <a:r>
              <a:rPr sz="6000" spc="-195" dirty="0">
                <a:solidFill>
                  <a:srgbClr val="4D008E"/>
                </a:solidFill>
                <a:latin typeface="Arial Rounded MT Bold" panose="020F0704030504030204" pitchFamily="34" charset="0"/>
              </a:rPr>
              <a:t> </a:t>
            </a:r>
            <a:r>
              <a:rPr sz="6000" spc="250" dirty="0">
                <a:solidFill>
                  <a:srgbClr val="50008E"/>
                </a:solidFill>
                <a:latin typeface="Arial Rounded MT Bold" panose="020F0704030504030204" pitchFamily="34" charset="0"/>
              </a:rPr>
              <a:t>-</a:t>
            </a:r>
            <a:r>
              <a:rPr sz="6000" spc="580" dirty="0">
                <a:solidFill>
                  <a:srgbClr val="50008E"/>
                </a:solidFill>
                <a:latin typeface="Arial Rounded MT Bold" panose="020F0704030504030204" pitchFamily="34" charset="0"/>
              </a:rPr>
              <a:t> </a:t>
            </a:r>
            <a:r>
              <a:rPr sz="6000" spc="190" dirty="0">
                <a:solidFill>
                  <a:srgbClr val="4B0179"/>
                </a:solidFill>
                <a:latin typeface="Arial Rounded MT Bold" panose="020F0704030504030204" pitchFamily="34" charset="0"/>
              </a:rPr>
              <a:t>Code</a:t>
            </a:r>
            <a:r>
              <a:rPr sz="6000" spc="130" dirty="0">
                <a:solidFill>
                  <a:srgbClr val="4B0179"/>
                </a:solidFill>
                <a:latin typeface="Arial Rounded MT Bold" panose="020F0704030504030204" pitchFamily="34" charset="0"/>
              </a:rPr>
              <a:t> </a:t>
            </a:r>
            <a:r>
              <a:rPr sz="6000" spc="160" dirty="0">
                <a:solidFill>
                  <a:srgbClr val="4F0080"/>
                </a:solidFill>
                <a:latin typeface="Arial Rounded MT Bold" panose="020F0704030504030204" pitchFamily="34" charset="0"/>
              </a:rPr>
              <a:t>Functionality</a:t>
            </a:r>
            <a:endParaRPr sz="6000" dirty="0">
              <a:latin typeface="Arial Rounded MT Bold" panose="020F07040305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9708" y="10500306"/>
            <a:ext cx="313055" cy="303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5"/>
              </a:lnSpc>
            </a:pPr>
            <a:r>
              <a:rPr sz="2200" spc="-55" dirty="0">
                <a:solidFill>
                  <a:srgbClr val="67707B"/>
                </a:solidFill>
                <a:latin typeface="Consolas"/>
                <a:cs typeface="Consolas"/>
              </a:rPr>
              <a:t>08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4684" y="3907992"/>
            <a:ext cx="7738109" cy="4871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30" dirty="0">
                <a:solidFill>
                  <a:srgbClr val="5203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updateNavForSession()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415">
              <a:lnSpc>
                <a:spcPct val="100000"/>
              </a:lnSpc>
              <a:spcBef>
                <a:spcPts val="2915"/>
              </a:spcBef>
            </a:pPr>
            <a:r>
              <a:rPr sz="32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3200" spc="10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sz="3200" spc="185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sz="3200" spc="32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</a:t>
            </a:r>
            <a:r>
              <a:rPr sz="3200" spc="14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sz="3200" spc="31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621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3200" spc="114" dirty="0">
                <a:solidFill>
                  <a:srgbClr val="1621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US" sz="3200" spc="-2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active user Session.</a:t>
            </a:r>
          </a:p>
          <a:p>
            <a:pPr marL="18415">
              <a:lnSpc>
                <a:spcPct val="100000"/>
              </a:lnSpc>
              <a:spcBef>
                <a:spcPts val="2915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685">
              <a:lnSpc>
                <a:spcPct val="100000"/>
              </a:lnSpc>
              <a:tabLst>
                <a:tab pos="349885" algn="l"/>
              </a:tabLst>
            </a:pPr>
            <a:r>
              <a:rPr sz="3200" spc="-25" dirty="0">
                <a:solidFill>
                  <a:srgbClr val="161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sz="3200" dirty="0">
                <a:solidFill>
                  <a:srgbClr val="161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200" dirty="0">
                <a:solidFill>
                  <a:srgbClr val="1F1F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Logged</a:t>
            </a:r>
            <a:r>
              <a:rPr sz="3200" spc="325" dirty="0">
                <a:solidFill>
                  <a:srgbClr val="1F1F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0209" indent="-395605">
              <a:lnSpc>
                <a:spcPct val="100000"/>
              </a:lnSpc>
              <a:spcBef>
                <a:spcPts val="3229"/>
              </a:spcBef>
              <a:buClr>
                <a:srgbClr val="1F184D"/>
              </a:buClr>
              <a:buChar char="•"/>
              <a:tabLst>
                <a:tab pos="410209" algn="l"/>
              </a:tabLst>
            </a:pPr>
            <a:r>
              <a:rPr sz="32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"Login"</a:t>
            </a:r>
            <a:r>
              <a:rPr sz="3200" spc="155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F1F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sz="3200" spc="15" dirty="0">
                <a:solidFill>
                  <a:srgbClr val="1F1F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r>
              <a:rPr sz="3200" spc="204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113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3200" spc="-95" dirty="0">
                <a:solidFill>
                  <a:srgbClr val="1113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"Dashboard"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indent="-396875">
              <a:lnSpc>
                <a:spcPct val="100000"/>
              </a:lnSpc>
              <a:spcBef>
                <a:spcPts val="1970"/>
              </a:spcBef>
              <a:buClr>
                <a:srgbClr val="1D1850"/>
              </a:buClr>
              <a:buChar char="•"/>
              <a:tabLst>
                <a:tab pos="411480" algn="l"/>
              </a:tabLst>
            </a:pPr>
            <a:r>
              <a:rPr sz="3200" dirty="0">
                <a:solidFill>
                  <a:srgbClr val="241C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</a:t>
            </a:r>
            <a:r>
              <a:rPr sz="3200" spc="175" dirty="0">
                <a:solidFill>
                  <a:srgbClr val="241C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A1C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sz="3200" spc="60" dirty="0">
                <a:solidFill>
                  <a:srgbClr val="1A1C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F1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sz="3200" spc="165" dirty="0">
                <a:solidFill>
                  <a:srgbClr val="1F1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81C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3200" spc="-20" dirty="0">
                <a:solidFill>
                  <a:srgbClr val="181C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1823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dashboard.html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601179"/>
              </p:ext>
            </p:extLst>
          </p:nvPr>
        </p:nvGraphicFramePr>
        <p:xfrm>
          <a:off x="1240799" y="4005113"/>
          <a:ext cx="17677129" cy="3625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3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5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5690"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r>
                        <a:rPr sz="280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5910" marB="0"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marL="826769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r>
                        <a:rPr sz="280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5910" marB="0"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marL="665480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r>
                        <a:rPr sz="2800" spc="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</a:t>
                      </a:r>
                      <a:r>
                        <a:rPr sz="2800" spc="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5910" marB="0"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marL="1642110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r>
                        <a:rPr sz="2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95910" marB="0">
                    <a:solidFill>
                      <a:srgbClr val="4B0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91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sz="2450" spc="-10" dirty="0">
                          <a:latin typeface="Cambria"/>
                          <a:cs typeface="Cambria"/>
                        </a:rPr>
                        <a:t>Basic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54000" marB="0"/>
                </a:tc>
                <a:tc>
                  <a:txBody>
                    <a:bodyPr/>
                    <a:lstStyle/>
                    <a:p>
                      <a:pPr marL="800100">
                        <a:lnSpc>
                          <a:spcPct val="100000"/>
                        </a:lnSpc>
                        <a:spcBef>
                          <a:spcPts val="2250"/>
                        </a:spcBef>
                      </a:pPr>
                      <a:r>
                        <a:rPr sz="2200" spc="80" dirty="0">
                          <a:latin typeface="Arial MT"/>
                          <a:cs typeface="Arial MT"/>
                        </a:rPr>
                        <a:t>$9/mo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285750" marB="0"/>
                </a:tc>
                <a:tc>
                  <a:txBody>
                    <a:bodyPr/>
                    <a:lstStyle/>
                    <a:p>
                      <a:pPr marL="637540">
                        <a:lnSpc>
                          <a:spcPct val="100000"/>
                        </a:lnSpc>
                        <a:spcBef>
                          <a:spcPts val="2000"/>
                        </a:spcBef>
                        <a:tabLst>
                          <a:tab pos="4230370" algn="l"/>
                        </a:tabLst>
                      </a:pPr>
                      <a:r>
                        <a:rPr sz="2450" spc="-120" dirty="0">
                          <a:latin typeface="Cambria"/>
                          <a:cs typeface="Cambria"/>
                        </a:rPr>
                        <a:t>100</a:t>
                      </a:r>
                      <a:r>
                        <a:rPr sz="245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clients,</a:t>
                      </a:r>
                      <a:r>
                        <a:rPr sz="245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email</a:t>
                      </a:r>
                      <a:r>
                        <a:rPr sz="245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10" dirty="0">
                          <a:latin typeface="Cambria"/>
                          <a:cs typeface="Cambria"/>
                        </a:rPr>
                        <a:t>support,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	basic</a:t>
                      </a:r>
                      <a:r>
                        <a:rPr sz="245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10" dirty="0">
                          <a:latin typeface="Cambria"/>
                          <a:cs typeface="Cambria"/>
                        </a:rPr>
                        <a:t>analytics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54000" marB="0"/>
                </a:tc>
                <a:tc>
                  <a:txBody>
                    <a:bodyPr/>
                    <a:lstStyle/>
                    <a:p>
                      <a:pPr marL="1606550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sz="2450" spc="65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245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45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20" dirty="0">
                          <a:latin typeface="Cambria"/>
                          <a:cs typeface="Cambria"/>
                        </a:rPr>
                        <a:t>Login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540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58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sz="2450" spc="-10" dirty="0">
                          <a:latin typeface="Cambria"/>
                          <a:cs typeface="Cambria"/>
                        </a:rPr>
                        <a:t>Professional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80670" marB="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ct val="100000"/>
                        </a:lnSpc>
                        <a:spcBef>
                          <a:spcPts val="2360"/>
                        </a:spcBef>
                      </a:pPr>
                      <a:r>
                        <a:rPr sz="2300" spc="-10" dirty="0">
                          <a:latin typeface="Cambria"/>
                          <a:cs typeface="Cambria"/>
                        </a:rPr>
                        <a:t>$29/mo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299720" marB="0"/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360"/>
                        </a:spcBef>
                        <a:tabLst>
                          <a:tab pos="3477895" algn="l"/>
                        </a:tabLst>
                      </a:pPr>
                      <a:r>
                        <a:rPr sz="2300" dirty="0">
                          <a:latin typeface="Cambria"/>
                          <a:cs typeface="Cambria"/>
                        </a:rPr>
                        <a:t>1,000</a:t>
                      </a:r>
                      <a:r>
                        <a:rPr sz="23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300" dirty="0">
                          <a:latin typeface="Cambria"/>
                          <a:cs typeface="Cambria"/>
                        </a:rPr>
                        <a:t>clients,</a:t>
                      </a:r>
                      <a:r>
                        <a:rPr sz="2300" spc="4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300" spc="-10" dirty="0">
                          <a:latin typeface="Cambria"/>
                          <a:cs typeface="Cambria"/>
                        </a:rPr>
                        <a:t>priori</a:t>
                      </a:r>
                      <a:r>
                        <a:rPr lang="en-US" sz="2300" spc="-10" dirty="0">
                          <a:latin typeface="Cambria"/>
                          <a:cs typeface="Cambria"/>
                        </a:rPr>
                        <a:t>ty </a:t>
                      </a:r>
                      <a:r>
                        <a:rPr sz="2300" dirty="0">
                          <a:latin typeface="Cambria"/>
                          <a:cs typeface="Cambria"/>
                        </a:rPr>
                        <a:t>support,</a:t>
                      </a:r>
                      <a:r>
                        <a:rPr sz="2300" spc="2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300" spc="-10" dirty="0">
                          <a:solidFill>
                            <a:srgbClr val="313154"/>
                          </a:solidFill>
                          <a:latin typeface="Cambria"/>
                          <a:cs typeface="Cambria"/>
                        </a:rPr>
                        <a:t>API</a:t>
                      </a:r>
                      <a:r>
                        <a:rPr sz="2300" spc="235" dirty="0">
                          <a:solidFill>
                            <a:srgbClr val="31315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300" spc="65" dirty="0">
                          <a:latin typeface="Cambria"/>
                          <a:cs typeface="Cambria"/>
                        </a:rPr>
                        <a:t>access</a:t>
                      </a:r>
                      <a:endParaRPr sz="2300" dirty="0">
                        <a:latin typeface="Cambria"/>
                        <a:cs typeface="Cambria"/>
                      </a:endParaRPr>
                    </a:p>
                  </a:txBody>
                  <a:tcPr marL="0" marR="0" marT="299720" marB="0"/>
                </a:tc>
                <a:tc>
                  <a:txBody>
                    <a:bodyPr/>
                    <a:lstStyle/>
                    <a:p>
                      <a:pPr marL="160655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sz="2450" spc="65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2450" spc="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45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10" dirty="0">
                          <a:latin typeface="Cambria"/>
                          <a:cs typeface="Cambria"/>
                        </a:rPr>
                        <a:t>Login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806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pPr marL="303530">
                        <a:lnSpc>
                          <a:spcPts val="2895"/>
                        </a:lnSpc>
                        <a:spcBef>
                          <a:spcPts val="2210"/>
                        </a:spcBef>
                      </a:pPr>
                      <a:r>
                        <a:rPr sz="2450" spc="-10" dirty="0">
                          <a:latin typeface="Cambria"/>
                          <a:cs typeface="Cambria"/>
                        </a:rPr>
                        <a:t>Enterprise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80670" marB="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ts val="2745"/>
                        </a:lnSpc>
                        <a:spcBef>
                          <a:spcPts val="2360"/>
                        </a:spcBef>
                      </a:pPr>
                      <a:r>
                        <a:rPr sz="2300" spc="-10" dirty="0">
                          <a:latin typeface="Cambria"/>
                          <a:cs typeface="Cambria"/>
                        </a:rPr>
                        <a:t>$99/mo</a:t>
                      </a:r>
                      <a:endParaRPr sz="2300">
                        <a:latin typeface="Cambria"/>
                        <a:cs typeface="Cambria"/>
                      </a:endParaRPr>
                    </a:p>
                  </a:txBody>
                  <a:tcPr marL="0" marR="0" marT="299720" marB="0"/>
                </a:tc>
                <a:tc>
                  <a:txBody>
                    <a:bodyPr/>
                    <a:lstStyle/>
                    <a:p>
                      <a:pPr marL="642620">
                        <a:lnSpc>
                          <a:spcPts val="2895"/>
                        </a:lnSpc>
                        <a:spcBef>
                          <a:spcPts val="2210"/>
                        </a:spcBef>
                      </a:pPr>
                      <a:r>
                        <a:rPr sz="2450" spc="-35" dirty="0">
                          <a:latin typeface="Cambria"/>
                          <a:cs typeface="Cambria"/>
                        </a:rPr>
                        <a:t>Unlimited</a:t>
                      </a:r>
                      <a:r>
                        <a:rPr sz="245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clients,</a:t>
                      </a:r>
                      <a:r>
                        <a:rPr sz="245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180" dirty="0">
                          <a:latin typeface="Cambria"/>
                          <a:cs typeface="Cambria"/>
                        </a:rPr>
                        <a:t>24/7</a:t>
                      </a:r>
                      <a:r>
                        <a:rPr sz="245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20" dirty="0">
                          <a:latin typeface="Cambria"/>
                          <a:cs typeface="Cambria"/>
                        </a:rPr>
                        <a:t>dedicated</a:t>
                      </a:r>
                      <a:r>
                        <a:rPr sz="245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10" dirty="0">
                          <a:latin typeface="Cambria"/>
                          <a:cs typeface="Cambria"/>
                        </a:rPr>
                        <a:t>support</a:t>
                      </a:r>
                      <a:endParaRPr sz="2450">
                        <a:latin typeface="Cambria"/>
                        <a:cs typeface="Cambria"/>
                      </a:endParaRPr>
                    </a:p>
                  </a:txBody>
                  <a:tcPr marL="0" marR="0" marT="280670" marB="0"/>
                </a:tc>
                <a:tc>
                  <a:txBody>
                    <a:bodyPr/>
                    <a:lstStyle/>
                    <a:p>
                      <a:pPr marL="1606550">
                        <a:lnSpc>
                          <a:spcPts val="2895"/>
                        </a:lnSpc>
                        <a:spcBef>
                          <a:spcPts val="2210"/>
                        </a:spcBef>
                      </a:pPr>
                      <a:r>
                        <a:rPr sz="2450" spc="65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245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45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50" spc="-10" dirty="0">
                          <a:latin typeface="Cambria"/>
                          <a:cs typeface="Cambria"/>
                        </a:rPr>
                        <a:t>Contact</a:t>
                      </a:r>
                      <a:endParaRPr sz="2450" dirty="0">
                        <a:latin typeface="Cambria"/>
                        <a:cs typeface="Cambria"/>
                      </a:endParaRPr>
                    </a:p>
                  </a:txBody>
                  <a:tcPr marL="0" marR="0" marT="2806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50309" y="10510539"/>
            <a:ext cx="30416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55"/>
              </a:lnSpc>
            </a:pPr>
            <a:r>
              <a:rPr sz="2050" spc="-25" dirty="0">
                <a:solidFill>
                  <a:srgbClr val="707070"/>
                </a:solidFill>
                <a:latin typeface="Calibri"/>
                <a:cs typeface="Calibri"/>
              </a:rPr>
              <a:t>09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sz="6000" spc="195" dirty="0">
                <a:latin typeface="Arial Rounded MT Bold" panose="020F0704030504030204" pitchFamily="34" charset="0"/>
                <a:cs typeface="Arial MT"/>
              </a:rPr>
              <a:t>Pricing</a:t>
            </a:r>
            <a:r>
              <a:rPr sz="6000" dirty="0"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dirty="0">
                <a:solidFill>
                  <a:srgbClr val="4B0087"/>
                </a:solidFill>
                <a:latin typeface="Arial Rounded MT Bold" panose="020F0704030504030204" pitchFamily="34" charset="0"/>
                <a:cs typeface="Arial MT"/>
              </a:rPr>
              <a:t>&amp;</a:t>
            </a:r>
            <a:r>
              <a:rPr sz="6000" spc="-40" dirty="0">
                <a:solidFill>
                  <a:srgbClr val="4B0087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45" dirty="0">
                <a:solidFill>
                  <a:srgbClr val="4F016B"/>
                </a:solidFill>
                <a:latin typeface="Arial Rounded MT Bold" panose="020F0704030504030204" pitchFamily="34" charset="0"/>
                <a:cs typeface="Arial MT"/>
              </a:rPr>
              <a:t>Plans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172678"/>
            <a:ext cx="8324353" cy="6282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7638397" cy="1007365"/>
          </a:xfrm>
          <a:prstGeom prst="rect">
            <a:avLst/>
          </a:prstGeom>
        </p:spPr>
        <p:txBody>
          <a:bodyPr vert="horz" wrap="square" lIns="0" tIns="83223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40"/>
              </a:spcBef>
            </a:pPr>
            <a:r>
              <a:rPr sz="6000" spc="260" dirty="0">
                <a:solidFill>
                  <a:srgbClr val="490370"/>
                </a:solidFill>
                <a:latin typeface="Arial Rounded MT Bold" panose="020F0704030504030204" pitchFamily="34" charset="0"/>
                <a:cs typeface="Arial MT"/>
              </a:rPr>
              <a:t>Contact</a:t>
            </a:r>
            <a:r>
              <a:rPr sz="6000" spc="310" dirty="0">
                <a:solidFill>
                  <a:srgbClr val="490370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70" dirty="0">
                <a:solidFill>
                  <a:srgbClr val="46037E"/>
                </a:solidFill>
                <a:latin typeface="Arial Rounded MT Bold" panose="020F0704030504030204" pitchFamily="34" charset="0"/>
                <a:cs typeface="Arial MT"/>
              </a:rPr>
              <a:t>&amp;</a:t>
            </a:r>
            <a:r>
              <a:rPr sz="6000" spc="30" dirty="0">
                <a:solidFill>
                  <a:srgbClr val="46037E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265" dirty="0">
                <a:solidFill>
                  <a:srgbClr val="4F007E"/>
                </a:solidFill>
                <a:latin typeface="Arial Rounded MT Bold" panose="020F0704030504030204" pitchFamily="34" charset="0"/>
                <a:cs typeface="Arial MT"/>
              </a:rPr>
              <a:t>Query</a:t>
            </a:r>
            <a:r>
              <a:rPr sz="6000" spc="170" dirty="0">
                <a:solidFill>
                  <a:srgbClr val="4F007E"/>
                </a:solidFill>
                <a:latin typeface="Arial Rounded MT Bold" panose="020F0704030504030204" pitchFamily="34" charset="0"/>
                <a:cs typeface="Arial MT"/>
              </a:rPr>
              <a:t> </a:t>
            </a:r>
            <a:r>
              <a:rPr sz="6000" spc="330" dirty="0">
                <a:solidFill>
                  <a:srgbClr val="4D0080"/>
                </a:solidFill>
                <a:latin typeface="Arial Rounded MT Bold" panose="020F0704030504030204" pitchFamily="34" charset="0"/>
                <a:cs typeface="Arial MT"/>
              </a:rPr>
              <a:t>Management</a:t>
            </a:r>
            <a:endParaRPr sz="6000" dirty="0">
              <a:latin typeface="Arial Rounded MT Bold" panose="020F0704030504030204" pitchFamily="34" charset="0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11</a:t>
            </a:fld>
            <a:r>
              <a:rPr dirty="0"/>
              <a:t>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11680" y="3009513"/>
            <a:ext cx="8275955" cy="6608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245" dirty="0">
                <a:solidFill>
                  <a:srgbClr val="4403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handIeContact(e)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200" spc="4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60" dirty="0">
                <a:solidFill>
                  <a:srgbClr val="2618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sz="3200" spc="60" dirty="0">
                <a:solidFill>
                  <a:srgbClr val="2618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captures</a:t>
            </a:r>
            <a:r>
              <a:rPr sz="3200" spc="24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070C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  <a:r>
              <a:rPr sz="3200" spc="210" dirty="0">
                <a:solidFill>
                  <a:srgbClr val="070C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sz="3200" spc="18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2D1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Email,</a:t>
            </a:r>
            <a:r>
              <a:rPr sz="3200" spc="175" dirty="0">
                <a:solidFill>
                  <a:srgbClr val="2D18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85" dirty="0">
                <a:solidFill>
                  <a:srgbClr val="231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3200" spc="80" dirty="0">
                <a:solidFill>
                  <a:srgbClr val="231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40" dirty="0">
                <a:solidFill>
                  <a:srgbClr val="15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Messages.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6559" indent="-384175">
              <a:lnSpc>
                <a:spcPct val="100000"/>
              </a:lnSpc>
              <a:buClr>
                <a:srgbClr val="1C164D"/>
              </a:buClr>
              <a:buChar char="•"/>
              <a:tabLst>
                <a:tab pos="416559" algn="l"/>
              </a:tabLst>
            </a:pPr>
            <a:r>
              <a:rPr sz="32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Prevents</a:t>
            </a:r>
            <a:r>
              <a:rPr sz="3200" spc="45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sz="3200" spc="15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40" dirty="0">
                <a:solidFill>
                  <a:srgbClr val="1313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sz="3200" spc="30" dirty="0">
                <a:solidFill>
                  <a:srgbClr val="1313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reload.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indent="-379095">
              <a:lnSpc>
                <a:spcPct val="100000"/>
              </a:lnSpc>
              <a:spcBef>
                <a:spcPts val="2450"/>
              </a:spcBef>
              <a:buClr>
                <a:srgbClr val="1D184F"/>
              </a:buClr>
              <a:buChar char="•"/>
              <a:tabLst>
                <a:tab pos="411480" algn="l"/>
              </a:tabLst>
            </a:pPr>
            <a:r>
              <a:rPr sz="3200" spc="-1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Validates</a:t>
            </a:r>
            <a:r>
              <a:rPr sz="3200" spc="2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</a:t>
            </a:r>
            <a:r>
              <a:rPr sz="3200" spc="5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</a:t>
            </a:r>
            <a:r>
              <a:rPr sz="3200" spc="5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sz="3200" spc="114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30E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sz="3200" spc="-15" dirty="0">
                <a:solidFill>
                  <a:srgbClr val="130E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alerts.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2115" indent="-380365">
              <a:lnSpc>
                <a:spcPct val="100000"/>
              </a:lnSpc>
              <a:spcBef>
                <a:spcPts val="2430"/>
              </a:spcBef>
              <a:buClr>
                <a:srgbClr val="1D1850"/>
              </a:buClr>
              <a:buChar char="•"/>
              <a:tabLst>
                <a:tab pos="412115" algn="l"/>
              </a:tabLst>
            </a:pPr>
            <a:r>
              <a:rPr sz="3200" spc="-1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</a:t>
            </a:r>
            <a:r>
              <a:rPr sz="3200" spc="-11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3200" spc="-9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0" dirty="0">
                <a:solidFill>
                  <a:srgbClr val="1C1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3200" spc="-75" dirty="0">
                <a:solidFill>
                  <a:srgbClr val="1C1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spc="-75" dirty="0">
                <a:solidFill>
                  <a:srgbClr val="1C1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spc="-180" dirty="0">
                <a:solidFill>
                  <a:srgbClr val="0F0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messages</a:t>
            </a:r>
            <a:r>
              <a:rPr sz="3200" spc="12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sz="3200" spc="-1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0" dirty="0">
                <a:solidFill>
                  <a:srgbClr val="2124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5765">
              <a:lnSpc>
                <a:spcPct val="100000"/>
              </a:lnSpc>
              <a:spcBef>
                <a:spcPts val="785"/>
              </a:spcBef>
            </a:pPr>
            <a:r>
              <a:rPr sz="3200" spc="-105" dirty="0">
                <a:solidFill>
                  <a:srgbClr val="1313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timestamps.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3384" indent="-379730">
              <a:lnSpc>
                <a:spcPct val="100000"/>
              </a:lnSpc>
              <a:spcBef>
                <a:spcPts val="2470"/>
              </a:spcBef>
              <a:buClr>
                <a:srgbClr val="1D1A49"/>
              </a:buClr>
              <a:buChar char="•"/>
              <a:tabLst>
                <a:tab pos="413384" algn="l"/>
              </a:tabLst>
            </a:pPr>
            <a:r>
              <a:rPr sz="3200" spc="-35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</a:t>
            </a:r>
            <a:r>
              <a:rPr sz="3200" spc="65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6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triggers</a:t>
            </a:r>
            <a:r>
              <a:rPr sz="3200" spc="9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5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200" spc="-30" dirty="0">
                <a:solidFill>
                  <a:srgbClr val="15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0" dirty="0">
                <a:solidFill>
                  <a:srgbClr val="26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sz="3200" spc="145" dirty="0">
                <a:solidFill>
                  <a:srgbClr val="26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65" dirty="0">
                <a:solidFill>
                  <a:srgbClr val="1818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</a:t>
            </a:r>
            <a:r>
              <a:rPr sz="3200" spc="125" dirty="0">
                <a:solidFill>
                  <a:srgbClr val="1818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85" dirty="0">
                <a:solidFill>
                  <a:srgbClr val="15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3200" spc="-70" dirty="0">
                <a:solidFill>
                  <a:srgbClr val="15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60" dirty="0">
                <a:solidFill>
                  <a:srgbClr val="212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sz="3200" spc="-20" dirty="0">
                <a:solidFill>
                  <a:srgbClr val="212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3172678"/>
            <a:ext cx="8324353" cy="6282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7638397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0"/>
              </a:spcBef>
            </a:pPr>
            <a:r>
              <a:rPr sz="6000" spc="395" dirty="0">
                <a:latin typeface="Arial Rounded MT Bold" panose="020F0704030504030204" pitchFamily="34" charset="0"/>
              </a:rPr>
              <a:t>Login</a:t>
            </a:r>
            <a:r>
              <a:rPr sz="6000" spc="-10" dirty="0">
                <a:latin typeface="Arial Rounded MT Bold" panose="020F0704030504030204" pitchFamily="34" charset="0"/>
              </a:rPr>
              <a:t> </a:t>
            </a:r>
            <a:r>
              <a:rPr sz="6000" spc="445" dirty="0">
                <a:latin typeface="Arial Rounded MT Bold" panose="020F0704030504030204" pitchFamily="34" charset="0"/>
              </a:rPr>
              <a:t>Page</a:t>
            </a:r>
            <a:r>
              <a:rPr sz="6000" spc="-125" dirty="0">
                <a:latin typeface="Arial Rounded MT Bold" panose="020F0704030504030204" pitchFamily="34" charset="0"/>
              </a:rPr>
              <a:t> </a:t>
            </a:r>
            <a:r>
              <a:rPr sz="6000" spc="280" dirty="0">
                <a:solidFill>
                  <a:srgbClr val="4D0087"/>
                </a:solidFill>
                <a:latin typeface="Arial Rounded MT Bold" panose="020F0704030504030204" pitchFamily="34" charset="0"/>
              </a:rPr>
              <a:t>-</a:t>
            </a:r>
            <a:r>
              <a:rPr sz="6000" spc="650" dirty="0">
                <a:solidFill>
                  <a:srgbClr val="4D0087"/>
                </a:solidFill>
                <a:latin typeface="Arial Rounded MT Bold" panose="020F0704030504030204" pitchFamily="34" charset="0"/>
              </a:rPr>
              <a:t> </a:t>
            </a:r>
            <a:r>
              <a:rPr sz="6000" spc="185" dirty="0">
                <a:solidFill>
                  <a:srgbClr val="4F006B"/>
                </a:solidFill>
                <a:latin typeface="Arial Rounded MT Bold" panose="020F0704030504030204" pitchFamily="34" charset="0"/>
              </a:rPr>
              <a:t>Interface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12</a:t>
            </a:fld>
            <a:r>
              <a:rPr dirty="0"/>
              <a:t> 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280650" y="4166752"/>
            <a:ext cx="9005773" cy="4294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25" dirty="0">
                <a:latin typeface="Arial" panose="020B0604020202020204" pitchFamily="34" charset="0"/>
                <a:cs typeface="Arial" panose="020B0604020202020204" pitchFamily="34" charset="0"/>
              </a:rPr>
              <a:t>"Welcome</a:t>
            </a:r>
            <a:r>
              <a:rPr sz="3200" spc="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90" dirty="0">
                <a:solidFill>
                  <a:srgbClr val="5203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Back"</a:t>
            </a:r>
            <a:r>
              <a:rPr sz="3200" spc="-135" dirty="0">
                <a:solidFill>
                  <a:srgbClr val="5203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35" dirty="0">
                <a:solidFill>
                  <a:srgbClr val="4400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</a:p>
          <a:p>
            <a:pPr marL="20955">
              <a:lnSpc>
                <a:spcPct val="100000"/>
              </a:lnSpc>
              <a:spcBef>
                <a:spcPts val="2815"/>
              </a:spcBef>
            </a:pPr>
            <a:r>
              <a:rPr sz="3200" dirty="0">
                <a:solidFill>
                  <a:srgbClr val="2D3D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200" spc="-155" dirty="0">
                <a:solidFill>
                  <a:srgbClr val="2D3D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8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dual-</a:t>
            </a:r>
            <a:r>
              <a:rPr sz="3200" spc="-3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sz="3200" spc="14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sz="3200" spc="-114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hub: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7830" indent="-395605">
              <a:lnSpc>
                <a:spcPct val="100000"/>
              </a:lnSpc>
              <a:spcBef>
                <a:spcPts val="3309"/>
              </a:spcBef>
              <a:buClr>
                <a:srgbClr val="1C154F"/>
              </a:buClr>
              <a:buChar char="•"/>
              <a:tabLst>
                <a:tab pos="417830" algn="l"/>
              </a:tabLst>
            </a:pPr>
            <a:r>
              <a:rPr sz="32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Traditional:</a:t>
            </a:r>
            <a:r>
              <a:rPr sz="3200" spc="17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sz="3200" spc="165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616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32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sz="3200" spc="145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2275" indent="-400050">
              <a:lnSpc>
                <a:spcPct val="100000"/>
              </a:lnSpc>
              <a:spcBef>
                <a:spcPts val="2090"/>
              </a:spcBef>
              <a:buClr>
                <a:srgbClr val="2D2659"/>
              </a:buClr>
              <a:buChar char="•"/>
              <a:tabLst>
                <a:tab pos="422275" algn="l"/>
              </a:tabLst>
            </a:pPr>
            <a:r>
              <a:rPr sz="32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Social:</a:t>
            </a:r>
            <a:r>
              <a:rPr sz="3200" spc="-2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0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</a:t>
            </a:r>
            <a:r>
              <a:rPr sz="3200" spc="125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342F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r>
              <a:rPr sz="3200" spc="60" dirty="0">
                <a:solidFill>
                  <a:srgbClr val="342F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Sign-</a:t>
            </a:r>
            <a:r>
              <a:rPr sz="32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3200" spc="10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3384" marR="5080" indent="-393065">
              <a:lnSpc>
                <a:spcPct val="112700"/>
              </a:lnSpc>
              <a:spcBef>
                <a:spcPts val="1505"/>
              </a:spcBef>
              <a:buChar char="•"/>
              <a:tabLst>
                <a:tab pos="413384" algn="l"/>
                <a:tab pos="417195" algn="l"/>
              </a:tabLst>
            </a:pPr>
            <a:r>
              <a:rPr sz="3200" dirty="0">
                <a:solidFill>
                  <a:srgbClr val="1D16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200" dirty="0">
                <a:solidFill>
                  <a:srgbClr val="1A11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Dynamic:</a:t>
            </a:r>
            <a:r>
              <a:rPr sz="3200" spc="-120" dirty="0">
                <a:solidFill>
                  <a:srgbClr val="1A11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Toggle</a:t>
            </a:r>
            <a:r>
              <a:rPr sz="3200" spc="-1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95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sz="3200" spc="7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"Login"</a:t>
            </a:r>
            <a:r>
              <a:rPr sz="3200" spc="-5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3200" spc="-185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"Sign</a:t>
            </a:r>
            <a:r>
              <a:rPr sz="3200" spc="-45" dirty="0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40" dirty="0">
                <a:solidFill>
                  <a:srgbClr val="2424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Up" </a:t>
            </a:r>
            <a:r>
              <a:rPr sz="3200" spc="-1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modes.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8444" y="886486"/>
            <a:ext cx="12232606" cy="9374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14545" algn="l"/>
              </a:tabLst>
            </a:pPr>
            <a:r>
              <a:rPr sz="6000" spc="390" dirty="0"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Login</a:t>
            </a:r>
            <a:r>
              <a:rPr sz="6000" spc="85" dirty="0"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sz="6000" spc="245" dirty="0"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Page</a:t>
            </a:r>
            <a:r>
              <a:rPr sz="6000" spc="10" dirty="0"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sz="6000" spc="90" dirty="0">
                <a:solidFill>
                  <a:srgbClr val="4D0087"/>
                </a:solidFill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-</a:t>
            </a:r>
            <a:r>
              <a:rPr sz="6000" dirty="0">
                <a:solidFill>
                  <a:srgbClr val="4D0087"/>
                </a:solidFill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	</a:t>
            </a:r>
            <a:r>
              <a:rPr sz="6000" spc="305" dirty="0">
                <a:solidFill>
                  <a:srgbClr val="4B0085"/>
                </a:solidFill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Logic</a:t>
            </a:r>
            <a:r>
              <a:rPr sz="6000" spc="360" dirty="0">
                <a:solidFill>
                  <a:srgbClr val="4B0085"/>
                </a:solidFill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sz="6000" spc="204" dirty="0">
                <a:solidFill>
                  <a:srgbClr val="4D0087"/>
                </a:solidFill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(auth.js)</a:t>
            </a:r>
            <a:endParaRPr sz="6000" dirty="0">
              <a:latin typeface="Arial Rounded MT Bold" panose="020F0704030504030204" pitchFamily="34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13</a:t>
            </a:fld>
            <a:r>
              <a:rPr dirty="0"/>
              <a:t>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4848" y="3555908"/>
            <a:ext cx="397580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14" dirty="0">
                <a:solidFill>
                  <a:srgbClr val="3D0585"/>
                </a:solidFill>
                <a:latin typeface="Aptos ExtraBold" panose="020F0502020204030204" pitchFamily="34" charset="0"/>
                <a:cs typeface="Arial MT"/>
              </a:rPr>
              <a:t>toggleMode()</a:t>
            </a:r>
            <a:endParaRPr sz="3600" dirty="0">
              <a:latin typeface="Aptos ExtraBold" panose="020F050202020403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3985" y="4213611"/>
            <a:ext cx="6034405" cy="1217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28800"/>
              </a:lnSpc>
              <a:spcBef>
                <a:spcPts val="95"/>
              </a:spcBef>
            </a:pPr>
            <a:r>
              <a:rPr sz="32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Switches</a:t>
            </a:r>
            <a:r>
              <a:rPr sz="3200" spc="-8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818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sz="3200" spc="70" dirty="0">
                <a:solidFill>
                  <a:srgbClr val="1818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Login/Register</a:t>
            </a:r>
            <a:r>
              <a:rPr sz="3200" spc="-130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151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32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toggles</a:t>
            </a:r>
            <a:r>
              <a:rPr sz="3200" spc="-1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sz="3200" spc="-70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5" dirty="0">
                <a:solidFill>
                  <a:srgbClr val="0F1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</a:t>
            </a:r>
            <a:r>
              <a:rPr sz="3200" spc="-165" dirty="0">
                <a:solidFill>
                  <a:srgbClr val="0F1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visibility.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4932" y="6830677"/>
            <a:ext cx="26007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135" dirty="0">
                <a:solidFill>
                  <a:srgbClr val="48008C"/>
                </a:solidFill>
                <a:latin typeface="Aptos ExtraBold" panose="020B0004020202020204" pitchFamily="34" charset="0"/>
                <a:cs typeface="Arial MT"/>
              </a:rPr>
              <a:t>Validation</a:t>
            </a:r>
            <a:endParaRPr sz="2450" dirty="0">
              <a:latin typeface="Aptos ExtraBold" panose="020B0004020202020204" pitchFamily="34" charset="0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9970" y="7496233"/>
            <a:ext cx="6034405" cy="1217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">
              <a:lnSpc>
                <a:spcPct val="128800"/>
              </a:lnSpc>
              <a:spcBef>
                <a:spcPts val="95"/>
              </a:spcBef>
            </a:pPr>
            <a:r>
              <a:rPr sz="3200" spc="-1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Enforces</a:t>
            </a:r>
            <a:r>
              <a:rPr sz="3200" spc="-6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8+</a:t>
            </a:r>
            <a:r>
              <a:rPr sz="3200" spc="-7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sz="3200" spc="8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30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passwords</a:t>
            </a:r>
            <a:r>
              <a:rPr sz="3200" spc="35" dirty="0">
                <a:solidFill>
                  <a:srgbClr val="1D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solidFill>
                  <a:srgbClr val="1616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32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translates</a:t>
            </a:r>
            <a:r>
              <a:rPr sz="3200" spc="1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5" dirty="0">
                <a:solidFill>
                  <a:srgbClr val="1A1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sz="3200" spc="110" dirty="0">
                <a:solidFill>
                  <a:srgbClr val="1A1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181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errors.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1618" y="3498973"/>
            <a:ext cx="4554032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-114" dirty="0">
                <a:solidFill>
                  <a:srgbClr val="440189"/>
                </a:solidFill>
                <a:latin typeface="Aptos ExtraBold" panose="020B0004020202020204" pitchFamily="34" charset="0"/>
                <a:cs typeface="Arial MT"/>
              </a:rPr>
              <a:t>Google</a:t>
            </a:r>
            <a:r>
              <a:rPr sz="3600" spc="-80" dirty="0">
                <a:solidFill>
                  <a:srgbClr val="440189"/>
                </a:solidFill>
                <a:latin typeface="Aptos ExtraBold" panose="020B0004020202020204" pitchFamily="34" charset="0"/>
                <a:cs typeface="Arial MT"/>
              </a:rPr>
              <a:t> </a:t>
            </a:r>
            <a:r>
              <a:rPr sz="3600" spc="-10" dirty="0">
                <a:solidFill>
                  <a:srgbClr val="310077"/>
                </a:solidFill>
                <a:latin typeface="Aptos ExtraBold" panose="020B0004020202020204" pitchFamily="34" charset="0"/>
                <a:cs typeface="Arial MT"/>
              </a:rPr>
              <a:t>OAuth</a:t>
            </a:r>
            <a:endParaRPr sz="3600" dirty="0">
              <a:latin typeface="Aptos ExtraBold" panose="020B0004020202020204" pitchFamily="34" charset="0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04088" y="6830677"/>
            <a:ext cx="337236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55" dirty="0">
                <a:solidFill>
                  <a:srgbClr val="420C72"/>
                </a:solidFill>
                <a:latin typeface="Aptos ExtraBold" panose="020B0004020202020204" pitchFamily="34" charset="0"/>
                <a:cs typeface="Arial MT"/>
              </a:rPr>
              <a:t>savesession()</a:t>
            </a:r>
            <a:endParaRPr sz="2450" dirty="0">
              <a:latin typeface="Aptos ExtraBold" panose="020B0004020202020204" pitchFamily="34" charset="0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05337" y="7496233"/>
            <a:ext cx="5737225" cy="1217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4445">
              <a:lnSpc>
                <a:spcPct val="128800"/>
              </a:lnSpc>
              <a:spcBef>
                <a:spcPts val="95"/>
              </a:spcBef>
            </a:pPr>
            <a:r>
              <a:rPr sz="3200" spc="-1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</a:t>
            </a:r>
            <a:r>
              <a:rPr sz="3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5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</a:t>
            </a:r>
            <a:r>
              <a:rPr sz="3200" spc="14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3200" spc="3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3200" spc="-11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redirects</a:t>
            </a:r>
            <a:r>
              <a:rPr sz="3200" spc="-15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95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3200" spc="-1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Dashboard.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16BD28-44F3-F794-E537-E866A067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437" y="6794414"/>
            <a:ext cx="641758" cy="641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F9F3D7-6716-3357-E128-BAA6295F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330" y="3498973"/>
            <a:ext cx="641758" cy="6417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33F751-B186-6205-D622-8F43CB44B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227" y="3609061"/>
            <a:ext cx="641758" cy="5561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983586-8542-66C1-0AB9-E8CDAAC7F03D}"/>
              </a:ext>
            </a:extLst>
          </p:cNvPr>
          <p:cNvSpPr txBox="1"/>
          <p:nvPr/>
        </p:nvSpPr>
        <p:spPr>
          <a:xfrm>
            <a:off x="11336195" y="4251970"/>
            <a:ext cx="52398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Uses sign ln With Popup() for secure account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1916171"/>
            <a:ext cx="17591087" cy="628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6719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0"/>
                </a:moveTo>
                <a:lnTo>
                  <a:pt x="20104101" y="0"/>
                </a:lnTo>
              </a:path>
            </a:pathLst>
          </a:custGeom>
          <a:ln w="94237">
            <a:solidFill>
              <a:srgbClr val="4D0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40799" y="3785225"/>
            <a:ext cx="8724900" cy="2564805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238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80"/>
              </a:spcBef>
            </a:pPr>
            <a:endParaRPr sz="2950" dirty="0">
              <a:latin typeface="Times New Roman"/>
              <a:cs typeface="Times New Roman"/>
            </a:endParaRPr>
          </a:p>
          <a:p>
            <a:pPr marR="60325" algn="ctr">
              <a:lnSpc>
                <a:spcPct val="100000"/>
              </a:lnSpc>
            </a:pPr>
            <a:r>
              <a:rPr sz="3600" spc="145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Solves</a:t>
            </a:r>
            <a:r>
              <a:rPr sz="3600" spc="195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600" spc="16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</a:t>
            </a:r>
            <a:r>
              <a:rPr sz="3600" spc="9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600" spc="225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Pain</a:t>
            </a:r>
            <a:endParaRPr lang="en-US" sz="3600" spc="225" dirty="0">
              <a:solidFill>
                <a:srgbClr val="FFFFFF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60325" algn="ctr">
              <a:lnSpc>
                <a:spcPct val="100000"/>
              </a:lnSpc>
            </a:pPr>
            <a:endParaRPr lang="en-US" sz="2400" spc="22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R="60325" algn="ctr">
              <a:lnSpc>
                <a:spcPct val="100000"/>
              </a:lnSpc>
            </a:pPr>
            <a:r>
              <a:rPr lang="en-US" sz="3200" spc="2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Eliminates manual errors for SMEs.</a:t>
            </a:r>
          </a:p>
          <a:p>
            <a:pPr marR="60325" algn="ctr">
              <a:lnSpc>
                <a:spcPct val="100000"/>
              </a:lnSpc>
            </a:pPr>
            <a:endParaRPr sz="29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2525"/>
              </a:lnSpc>
            </a:pPr>
            <a:fld id="{81D60167-4931-47E6-BA6A-407CBD079E47}" type="slidenum">
              <a:rPr spc="-315" dirty="0"/>
              <a:t>14</a:t>
            </a:fld>
            <a:r>
              <a:rPr dirty="0"/>
              <a:t> 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40799" y="6455300"/>
            <a:ext cx="8724900" cy="2548775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R="33020" algn="ctr">
              <a:lnSpc>
                <a:spcPct val="100000"/>
              </a:lnSpc>
              <a:spcBef>
                <a:spcPts val="5"/>
              </a:spcBef>
            </a:pPr>
            <a:r>
              <a:rPr sz="3600" spc="35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Responsive</a:t>
            </a:r>
            <a:r>
              <a:rPr sz="3600" spc="275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600" spc="325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UI</a:t>
            </a:r>
            <a:endParaRPr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64769" algn="ctr">
              <a:lnSpc>
                <a:spcPct val="100000"/>
              </a:lnSpc>
              <a:spcBef>
                <a:spcPts val="1285"/>
              </a:spcBef>
            </a:pPr>
            <a:r>
              <a:rPr sz="3200" spc="-35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Modern</a:t>
            </a:r>
            <a:r>
              <a:rPr sz="3200" spc="25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design</a:t>
            </a:r>
            <a:r>
              <a:rPr sz="3200" spc="-60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with </a:t>
            </a:r>
            <a:r>
              <a:rPr sz="3200" spc="-10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dynamic</a:t>
            </a:r>
            <a:r>
              <a:rPr sz="3200" spc="10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navigation.</a:t>
            </a:r>
            <a:endParaRPr lang="en-US" sz="3200" spc="-10" dirty="0">
              <a:solidFill>
                <a:srgbClr val="FFFFFF"/>
              </a:solidFill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marR="64769" algn="ctr">
              <a:lnSpc>
                <a:spcPct val="100000"/>
              </a:lnSpc>
              <a:spcBef>
                <a:spcPts val="1285"/>
              </a:spcBef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32851" y="804683"/>
            <a:ext cx="12171999" cy="94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03570" algn="l"/>
              </a:tabLst>
            </a:pPr>
            <a:r>
              <a:rPr sz="6000" spc="395" dirty="0">
                <a:solidFill>
                  <a:srgbClr val="4D007E"/>
                </a:solidFill>
                <a:latin typeface="Arial Rounded MT Bold" panose="020F0704030504030204" pitchFamily="34" charset="0"/>
              </a:rPr>
              <a:t>Summary</a:t>
            </a:r>
            <a:r>
              <a:rPr sz="6000" spc="135" dirty="0">
                <a:solidFill>
                  <a:srgbClr val="4D007E"/>
                </a:solidFill>
                <a:latin typeface="Arial Rounded MT Bold" panose="020F0704030504030204" pitchFamily="34" charset="0"/>
              </a:rPr>
              <a:t> </a:t>
            </a:r>
            <a:r>
              <a:rPr sz="6000" dirty="0">
                <a:solidFill>
                  <a:srgbClr val="4B017C"/>
                </a:solidFill>
                <a:latin typeface="Arial Rounded MT Bold" panose="020F0704030504030204" pitchFamily="34" charset="0"/>
              </a:rPr>
              <a:t>&amp;</a:t>
            </a:r>
            <a:r>
              <a:rPr sz="6000" spc="-15" dirty="0">
                <a:solidFill>
                  <a:srgbClr val="4B017C"/>
                </a:solidFill>
                <a:latin typeface="Arial Rounded MT Bold" panose="020F0704030504030204" pitchFamily="34" charset="0"/>
              </a:rPr>
              <a:t> </a:t>
            </a:r>
            <a:r>
              <a:rPr sz="6000" spc="-25" dirty="0">
                <a:solidFill>
                  <a:srgbClr val="46037E"/>
                </a:solidFill>
                <a:latin typeface="Arial Rounded MT Bold" panose="020F0704030504030204" pitchFamily="34" charset="0"/>
              </a:rPr>
              <a:t>Key</a:t>
            </a:r>
            <a:r>
              <a:rPr sz="6000" dirty="0">
                <a:solidFill>
                  <a:srgbClr val="46037E"/>
                </a:solidFill>
                <a:latin typeface="Arial Rounded MT Bold" panose="020F0704030504030204" pitchFamily="34" charset="0"/>
              </a:rPr>
              <a:t>	</a:t>
            </a:r>
            <a:r>
              <a:rPr sz="6000" spc="280" dirty="0">
                <a:solidFill>
                  <a:srgbClr val="4D0077"/>
                </a:solidFill>
                <a:latin typeface="Arial Rounded MT Bold" panose="020F0704030504030204" pitchFamily="34" charset="0"/>
              </a:rPr>
              <a:t>Takeaways</a:t>
            </a:r>
            <a:endParaRPr sz="6000" dirty="0">
              <a:latin typeface="Arial Rounded MT Bold" panose="020F0704030504030204" pitchFamily="34" charset="0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E7FF35A-FBC6-F446-C6B4-B19DD10B1D9D}"/>
              </a:ext>
            </a:extLst>
          </p:cNvPr>
          <p:cNvSpPr txBox="1"/>
          <p:nvPr/>
        </p:nvSpPr>
        <p:spPr>
          <a:xfrm>
            <a:off x="10678476" y="3785866"/>
            <a:ext cx="8724900" cy="2548775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R="33020" algn="ctr">
              <a:lnSpc>
                <a:spcPct val="100000"/>
              </a:lnSpc>
              <a:spcBef>
                <a:spcPts val="5"/>
              </a:spcBef>
            </a:pPr>
            <a:r>
              <a:rPr lang="en-US" sz="3600" spc="35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 Stack</a:t>
            </a:r>
            <a:endParaRPr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64769" algn="ctr">
              <a:lnSpc>
                <a:spcPct val="100000"/>
              </a:lnSpc>
              <a:spcBef>
                <a:spcPts val="1285"/>
              </a:spcBef>
            </a:pPr>
            <a:r>
              <a:rPr lang="en-US" sz="3200" spc="-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Firebase + Local Storage Prototype.</a:t>
            </a:r>
            <a:endParaRPr lang="en-US" sz="3200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64769" algn="ctr">
              <a:lnSpc>
                <a:spcPct val="100000"/>
              </a:lnSpc>
              <a:spcBef>
                <a:spcPts val="1285"/>
              </a:spcBef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AC17DD8-FAEA-F327-0270-B49C1781C5B0}"/>
              </a:ext>
            </a:extLst>
          </p:cNvPr>
          <p:cNvSpPr txBox="1"/>
          <p:nvPr/>
        </p:nvSpPr>
        <p:spPr>
          <a:xfrm>
            <a:off x="10678476" y="6455300"/>
            <a:ext cx="8724900" cy="2548775"/>
          </a:xfrm>
          <a:prstGeom prst="rect">
            <a:avLst/>
          </a:prstGeom>
          <a:gradFill>
            <a:gsLst>
              <a:gs pos="0">
                <a:srgbClr val="44006E"/>
              </a:gs>
              <a:gs pos="59000">
                <a:srgbClr val="46007C"/>
              </a:gs>
              <a:gs pos="100000">
                <a:srgbClr val="44006E"/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R="33020" algn="ctr">
              <a:lnSpc>
                <a:spcPct val="100000"/>
              </a:lnSpc>
              <a:spcBef>
                <a:spcPts val="5"/>
              </a:spcBef>
            </a:pPr>
            <a:r>
              <a:rPr lang="en-US" sz="3600" spc="35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Scalability</a:t>
            </a:r>
            <a:endParaRPr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64769" algn="ctr">
              <a:lnSpc>
                <a:spcPct val="100000"/>
              </a:lnSpc>
              <a:spcBef>
                <a:spcPts val="1285"/>
              </a:spcBef>
            </a:pPr>
            <a:r>
              <a:rPr lang="en-US" sz="3200" spc="-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Ready for full-backed integration.</a:t>
            </a:r>
            <a:endParaRPr lang="en-US" sz="3200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64769" algn="ctr">
              <a:lnSpc>
                <a:spcPct val="100000"/>
              </a:lnSpc>
              <a:spcBef>
                <a:spcPts val="1285"/>
              </a:spcBef>
            </a:pP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44006E"/>
            </a:gs>
            <a:gs pos="64000">
              <a:srgbClr val="46007C"/>
            </a:gs>
            <a:gs pos="81000">
              <a:srgbClr val="44006E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06050" y="2033703"/>
            <a:ext cx="10156200" cy="2252540"/>
          </a:xfrm>
          <a:prstGeom prst="rect">
            <a:avLst/>
          </a:prstGeom>
          <a:solidFill>
            <a:srgbClr val="450073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50" b="1" spc="1070" dirty="0">
                <a:solidFill>
                  <a:srgbClr val="FFFFFF"/>
                </a:solidFill>
              </a:rPr>
              <a:t>Thank</a:t>
            </a:r>
            <a:r>
              <a:rPr sz="14550" b="1" spc="590" dirty="0">
                <a:solidFill>
                  <a:srgbClr val="FFFFFF"/>
                </a:solidFill>
              </a:rPr>
              <a:t> </a:t>
            </a:r>
            <a:r>
              <a:rPr sz="14550" b="1" spc="505" dirty="0">
                <a:solidFill>
                  <a:srgbClr val="FFFFFF"/>
                </a:solidFill>
              </a:rPr>
              <a:t>You!</a:t>
            </a:r>
            <a:endParaRPr sz="145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357B5-98D7-6C80-E322-56BA33FCD9EE}"/>
              </a:ext>
            </a:extLst>
          </p:cNvPr>
          <p:cNvSpPr txBox="1"/>
          <p:nvPr/>
        </p:nvSpPr>
        <p:spPr>
          <a:xfrm>
            <a:off x="5594349" y="5121275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ookman Old Style" panose="02050604050505020204" pitchFamily="18" charset="0"/>
              </a:rPr>
              <a:t>SMARTHUB APP – GROUP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</TotalTime>
  <Words>701</Words>
  <Application>Microsoft Office PowerPoint</Application>
  <PresentationFormat>Custom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ADLaM Display</vt:lpstr>
      <vt:lpstr>Aptos</vt:lpstr>
      <vt:lpstr>Aptos ExtraBold</vt:lpstr>
      <vt:lpstr>Arial</vt:lpstr>
      <vt:lpstr>Arial MT</vt:lpstr>
      <vt:lpstr>Arial Rounded MT Bold</vt:lpstr>
      <vt:lpstr>Bookman Old Style</vt:lpstr>
      <vt:lpstr>Calibri</vt:lpstr>
      <vt:lpstr>Cambria</vt:lpstr>
      <vt:lpstr>Consolas</vt:lpstr>
      <vt:lpstr>Courier New</vt:lpstr>
      <vt:lpstr>Times New Roman</vt:lpstr>
      <vt:lpstr>Office Theme</vt:lpstr>
      <vt:lpstr>SmartHub APP</vt:lpstr>
      <vt:lpstr>Executive Summary</vt:lpstr>
      <vt:lpstr>The Business Problem</vt:lpstr>
      <vt:lpstr>Proposed Solution</vt:lpstr>
      <vt:lpstr>UI/UX Design Focus</vt:lpstr>
      <vt:lpstr>Technical Implementation</vt:lpstr>
      <vt:lpstr>SmartHub Transaction Graph</vt:lpstr>
      <vt:lpstr>Home Page - Sections Overview</vt:lpstr>
      <vt:lpstr>Home Page - Code Functionality</vt:lpstr>
      <vt:lpstr>Pricing &amp; Plans</vt:lpstr>
      <vt:lpstr>Contact &amp; Query Management</vt:lpstr>
      <vt:lpstr>Login Page - Interface</vt:lpstr>
      <vt:lpstr>Login Page - Logic (auth.js)</vt:lpstr>
      <vt:lpstr>Summary &amp; Key Takeaways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Hussain Hasan</cp:lastModifiedBy>
  <cp:revision>3</cp:revision>
  <dcterms:created xsi:type="dcterms:W3CDTF">2026-05-15T05:47:05Z</dcterms:created>
  <dcterms:modified xsi:type="dcterms:W3CDTF">2026-05-16T15:13:39Z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LastSaved">
    <vt:filetime>2026-05-15T00:00:00Z</vt:filetime>
  </property>
</Properties>
</file>